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8d9d5644040d6" /><Relationship Type="http://schemas.openxmlformats.org/officeDocument/2006/relationships/extended-properties" Target="/docProps/app.xml" Id="R5516e8cf9a6b49ac" /><Relationship Type="http://schemas.openxmlformats.org/officeDocument/2006/relationships/officeDocument" Target="/ppt/presentation.xml" Id="R5f561f4aa29c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2c310b280498e"/>
  </p:sldMasterIdLst>
  <p:notesMasterIdLst>
    <p:notesMasterId xmlns:r="http://schemas.openxmlformats.org/officeDocument/2006/relationships" r:id="R59e3fd8663e745d5"/>
  </p:notesMasterIdLst>
  <p:sldIdLst>
    <p:sldId xmlns:r="http://schemas.openxmlformats.org/officeDocument/2006/relationships" id="256" r:id="Rc2ce28439aca4126"/>
    <p:sldId xmlns:r="http://schemas.openxmlformats.org/officeDocument/2006/relationships" id="257" r:id="R8003695a01c34b29"/>
    <p:sldId xmlns:r="http://schemas.openxmlformats.org/officeDocument/2006/relationships" id="258" r:id="Ra8156155c31a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d81a4c67d4651" /><Relationship Type="http://schemas.openxmlformats.org/officeDocument/2006/relationships/slideMaster" Target="/ppt/slideMasters/slideMaster1.xml" Id="R8482c310b280498e" /><Relationship Type="http://schemas.openxmlformats.org/officeDocument/2006/relationships/notesMaster" Target="/ppt/notesMasters/notesMaster1.xml" Id="R59e3fd8663e745d5" /><Relationship Type="http://schemas.openxmlformats.org/officeDocument/2006/relationships/presProps" Target="/ppt/presProps.xml" Id="R5b6651bb562843ee" /><Relationship Type="http://schemas.openxmlformats.org/officeDocument/2006/relationships/viewProps" Target="/ppt/viewProps.xml" Id="Rc6f6f787f3224513" /><Relationship Type="http://schemas.openxmlformats.org/officeDocument/2006/relationships/tableStyles" Target="/ppt/tableStyles.xml" Id="R95a7ca2345df4093" /><Relationship Type="http://schemas.openxmlformats.org/officeDocument/2006/relationships/slide" Target="/ppt/slides/slide1.xml" Id="Rc2ce28439aca4126" /><Relationship Type="http://schemas.openxmlformats.org/officeDocument/2006/relationships/slide" Target="/ppt/slides/slide2.xml" Id="R8003695a01c34b29" /><Relationship Type="http://schemas.openxmlformats.org/officeDocument/2006/relationships/slide" Target="/ppt/slides/slide3.xml" Id="Ra8156155c31a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64c5d24c8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C212F"/>
      </a:accent1>
      <a:accent2>
        <a:srgbClr val="F2F2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+kai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0fa7e7e654171" /><Relationship Type="http://schemas.openxmlformats.org/officeDocument/2006/relationships/notesMaster" Target="/ppt/notesMasters/notesMaster1.xml" Id="Rbe7a637e68404c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a8e89f61a34b2a" /><Relationship Type="http://schemas.openxmlformats.org/officeDocument/2006/relationships/notesMaster" Target="/ppt/notesMasters/notesMaster1.xml" Id="Ra8d3bf5b0de7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9da7652034866" /><Relationship Type="http://schemas.openxmlformats.org/officeDocument/2006/relationships/notesMaster" Target="/ppt/notesMasters/notesMaster1.xml" Id="Re365f0dad60d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本页加入可编辑的SAC上下层课题实现结构图。按照用户要求，模块之间未添加箭头或连接线。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04abe73c04720" /><Relationship Type="http://schemas.openxmlformats.org/officeDocument/2006/relationships/image" Target="/ppt/media/image2.png" Id="R185cbc2f3e9d4fb9" /><Relationship Type="http://schemas.openxmlformats.org/officeDocument/2006/relationships/image" Target="/ppt/media/image.svg" Id="Rcfaec5bfa6424d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604d5e5494019" /><Relationship Type="http://schemas.openxmlformats.org/officeDocument/2006/relationships/image" Target="/ppt/media/image2.png" Id="Re80061a9614f456c" /><Relationship Type="http://schemas.openxmlformats.org/officeDocument/2006/relationships/image" Target="/ppt/media/image.svg" Id="Rafed0323c75147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569f1d10b4434" /><Relationship Type="http://schemas.openxmlformats.org/officeDocument/2006/relationships/image" Target="/ppt/media/image2.png" Id="Re78ce285ceef4516" /><Relationship Type="http://schemas.openxmlformats.org/officeDocument/2006/relationships/image" Target="/ppt/media/image.svg" Id="Rbc2a63bbed33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55f54f9d441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10bf04e7a41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431f59f1d4817" /><Relationship Type="http://schemas.openxmlformats.org/officeDocument/2006/relationships/image" Target="/ppt/media/image3.png" Id="R43a05d326c444630" /><Relationship Type="http://schemas.openxmlformats.org/officeDocument/2006/relationships/image" Target="/ppt/media/image2.svg" Id="R648939930e144264" /><Relationship Type="http://schemas.openxmlformats.org/officeDocument/2006/relationships/image" Target="/ppt/media/image.png" Id="R3e30a71495244a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e945f8ebf4d73" /><Relationship Type="http://schemas.openxmlformats.org/officeDocument/2006/relationships/image" Target="/ppt/media/image3.png" Id="R4bad266933dc48b3" /><Relationship Type="http://schemas.openxmlformats.org/officeDocument/2006/relationships/image" Target="/ppt/media/image2.svg" Id="R100a118a0c9646a2" /><Relationship Type="http://schemas.openxmlformats.org/officeDocument/2006/relationships/image" Target="/ppt/media/image4.png" Id="R6be24fe9c01a4591" /><Relationship Type="http://schemas.openxmlformats.org/officeDocument/2006/relationships/image" Target="/ppt/media/image3.svg" Id="Ra2bfccd0dd0b40d6" /><Relationship Type="http://schemas.openxmlformats.org/officeDocument/2006/relationships/image" Target="/ppt/media/image.png" Id="R7943419e92934d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c9a1964fc4cf8" /><Relationship Type="http://schemas.openxmlformats.org/officeDocument/2006/relationships/image" Target="/ppt/media/image.jpeg" Id="R08b24ee46d8044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75bf589504a2d" /><Relationship Type="http://schemas.openxmlformats.org/officeDocument/2006/relationships/image" Target="/ppt/media/image.jpeg" Id="R7ebf540b46d142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dd32550574ecd" /><Relationship Type="http://schemas.openxmlformats.org/officeDocument/2006/relationships/image" Target="/ppt/media/image2.jpeg" Id="R0271f28c539d47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c1ec2ae0b47a4" /><Relationship Type="http://schemas.openxmlformats.org/officeDocument/2006/relationships/image" Target="/ppt/media/image2.jpeg" Id="R7a1fe11dc2e8466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eeab39f224840" /><Relationship Type="http://schemas.openxmlformats.org/officeDocument/2006/relationships/image" Target="/ppt/media/image3.jpeg" Id="R0473062c92e84cd5" /><Relationship Type="http://schemas.openxmlformats.org/officeDocument/2006/relationships/image" Target="/ppt/media/image3.png" Id="Ra3eb0efa49c941be" /><Relationship Type="http://schemas.openxmlformats.org/officeDocument/2006/relationships/image" Target="/ppt/media/image2.svg" Id="Rb58703aaef344d0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392c30ce647e2" /><Relationship Type="http://schemas.openxmlformats.org/officeDocument/2006/relationships/image" Target="/ppt/media/image3.jpeg" Id="R6ed9a4429eef468e" /><Relationship Type="http://schemas.openxmlformats.org/officeDocument/2006/relationships/image" Target="/ppt/media/image3.png" Id="Rcb816b21b5984b74" /><Relationship Type="http://schemas.openxmlformats.org/officeDocument/2006/relationships/image" Target="/ppt/media/image2.svg" Id="Rdfe5b3786b6646fd" /><Relationship Type="http://schemas.openxmlformats.org/officeDocument/2006/relationships/image" Target="/ppt/media/image4.png" Id="R62ffddafa174459c" /><Relationship Type="http://schemas.openxmlformats.org/officeDocument/2006/relationships/image" Target="/ppt/media/image3.svg" Id="R0c8158ecea004fb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5e3be0a9247cf" /></Relationships>
</file>

<file path=ppt/slideLayouts/slideLayout1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B5CE5EC1-06D0-48FB-9AA8-3FEB98F5A44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8200" y="996282"/>
            <a:ext cx="4677229" cy="4513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240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请输入本页主题</a:t>
            </a:r>
          </a:p>
        </p:txBody>
      </p:sp>
      <p:pic>
        <p:nvPicPr>
          <p:cNvPr id="32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cbc2f3e9d4fb9">
            <a:extLst>
              <a:ext uri="{96DAC541-7B7A-43D3-8B79-37D633B846F1}">
                <asvg:svgBlip xmlns:asvg="http://schemas.microsoft.com/office/drawing/2016/SVG/main" r:embed="Rcfaec5bfa6424d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640" y="887922"/>
            <a:ext cx="588692" cy="588692"/>
          </a:xfrm>
          <a:prstGeom xmlns:a="http://schemas.openxmlformats.org/drawingml/2006/main" prst="rect">
            <a:avLst/>
          </a:prstGeom>
        </p:spPr>
      </p:pic>
      <p:sp>
        <p:nvSpPr>
          <p:cNvPr id="2" name="Title 22">
            <a:extLst xmlns:a="http://schemas.openxmlformats.org/drawingml/2006/main">
              <a:ext uri="{FF2B5EF4-FFF2-40B4-BE49-F238E27FC236}">
                <a16:creationId xmlns:a16="http://schemas.microsoft.com/office/drawing/2014/main" id="{65819F3C-7BD7-4EFF-B281-76CC53A5A15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00921"/>
            <a:ext cx="8166100" cy="7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 baseline="0"/>
            </a:lvl1pPr>
          </a:lstStyle>
          <a:p xmlns:a="http://schemas.openxmlformats.org/drawingml/2006/main">
            <a:pPr lvl="0">
              <a:buNone/>
            </a:pPr>
            <a:r>
              <a:t>请输入本章主题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wo_title_two_col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061a9614f456c">
            <a:extLst>
              <a:ext uri="{96DAC541-7B7A-43D3-8B79-37D633B846F1}">
                <asvg:svgBlip xmlns:asvg="http://schemas.microsoft.com/office/drawing/2016/SVG/main" r:embed="Rafed0323c75147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126" y="858894"/>
            <a:ext cx="588692" cy="588692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85E8FA-F55E-477C-8C8A-839940B7083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00584" y="1496749"/>
            <a:ext cx="5852541" cy="4996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latin typeface="Calibri"/>
                <a:ea typeface="Calibri"/>
                <a:cs typeface="Calibri"/>
              </a:defRPr>
            </a:lvl1pPr>
            <a:lvl2pPr>
              <a:buNone/>
              <a:defRPr baseline="0">
                <a:latin typeface="Calibri"/>
                <a:ea typeface="Calibri"/>
                <a:cs typeface="Calibri"/>
              </a:defRPr>
            </a:lvl2pPr>
            <a:lvl3pPr>
              <a:buNone/>
              <a:defRPr baseline="0">
                <a:latin typeface="Calibri"/>
                <a:ea typeface="Calibri"/>
                <a:cs typeface="Calibri"/>
              </a:defRPr>
            </a:lvl3pPr>
            <a:lvl4pPr>
              <a:buNone/>
              <a:defRPr baseline="0">
                <a:latin typeface="Calibri"/>
                <a:ea typeface="Calibri"/>
                <a:cs typeface="Calibri"/>
              </a:defRPr>
            </a:lvl4pPr>
            <a:lvl5pPr>
              <a:buNone/>
              <a:defRPr baseline="0"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592AA8-0235-4564-A013-15A5A01F2FDF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6162675" y="1498073"/>
            <a:ext cx="5928741" cy="4994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Date Placeholder 11">
            <a:extLst xmlns:a="http://schemas.openxmlformats.org/drawingml/2006/main">
              <a:ext uri="{FF2B5EF4-FFF2-40B4-BE49-F238E27FC236}">
                <a16:creationId xmlns:a16="http://schemas.microsoft.com/office/drawing/2014/main" id="{76695868-139C-48F4-86E3-18347CEE89FD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34F67D-D907-4554-A25E-CD6F1AB99E36}" type="datetime1">
              <a:t>9/27/2026</a:t>
            </a:fld>
            <a:endParaRPr/>
          </a:p>
        </p:txBody>
      </p:sp>
      <p:sp>
        <p:nvSpPr>
          <p:cNvPr id="13" name="Footer Placeholder 12">
            <a:extLst xmlns:a="http://schemas.openxmlformats.org/drawingml/2006/main">
              <a:ext uri="{FF2B5EF4-FFF2-40B4-BE49-F238E27FC236}">
                <a16:creationId xmlns:a16="http://schemas.microsoft.com/office/drawing/2014/main" id="{97999AF1-ACC6-4F92-90D0-F659C14D6498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CBF4A8B0-9FF0-4581-8709-6AED54BE306A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  <p:sp>
        <p:nvSpPr>
          <p:cNvPr id="2" name="Title 22">
            <a:extLst xmlns:a="http://schemas.openxmlformats.org/drawingml/2006/main">
              <a:ext uri="{FF2B5EF4-FFF2-40B4-BE49-F238E27FC236}">
                <a16:creationId xmlns:a16="http://schemas.microsoft.com/office/drawing/2014/main" id="{D872F767-4C81-443C-B756-F331E13A02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00921"/>
            <a:ext cx="8166100" cy="7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 baseline="0"/>
            </a:lvl1pPr>
          </a:lstStyle>
          <a:p xmlns:a="http://schemas.openxmlformats.org/drawingml/2006/main">
            <a:pPr lvl="0">
              <a:buNone/>
            </a:pPr>
            <a:r>
              <a:t>请输入本章主题</a:t>
            </a:r>
            <a:endParaRPr/>
          </a:p>
        </p:txBody>
      </p:sp>
      <p:sp>
        <p:nvSpPr>
          <p:cNvPr id="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D449B53A-38EB-407F-8263-22FE1289278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8200" y="942102"/>
            <a:ext cx="4836886" cy="4513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请输入本页主题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_title_one_co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 22">
            <a:extLst xmlns:a="http://schemas.openxmlformats.org/drawingml/2006/main">
              <a:ext uri="{FF2B5EF4-FFF2-40B4-BE49-F238E27FC236}">
                <a16:creationId xmlns:a16="http://schemas.microsoft.com/office/drawing/2014/main" id="{7914946B-D684-4B41-AB8F-5428C98A66C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00921"/>
            <a:ext cx="8166100" cy="7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 baseline="0"/>
            </a:lvl1pPr>
          </a:lstStyle>
          <a:p xmlns:a="http://schemas.openxmlformats.org/drawingml/2006/main">
            <a:pPr lvl="0">
              <a:buNone/>
            </a:pPr>
            <a:r>
              <a:t>请输入本章主题</a:t>
            </a:r>
            <a:endParaRPr/>
          </a:p>
        </p:txBody>
      </p:sp>
      <p:sp>
        <p:nvSpPr>
          <p:cNvPr id="2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D43746CC-2525-42B9-AD69-69D5F345FE54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8200" y="942102"/>
            <a:ext cx="4401457" cy="4513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请输入本页主题</a:t>
            </a:r>
          </a:p>
        </p:txBody>
      </p:sp>
      <p:pic>
        <p:nvPicPr>
          <p:cNvPr id="33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ce285ceef4516">
            <a:extLst>
              <a:ext uri="{96DAC541-7B7A-43D3-8B79-37D633B846F1}">
                <asvg:svgBlip xmlns:asvg="http://schemas.microsoft.com/office/drawing/2016/SVG/main" r:embed="Rbc2a63bbed3347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84" y="858894"/>
            <a:ext cx="588692" cy="588692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DE81E6-16C1-45FB-834B-5C1D9B36A7DE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00584" y="1468174"/>
            <a:ext cx="11977116" cy="50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E5D8914-ECCD-4FC4-B1D4-8075431C23E4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35DB856-FA61-438D-B8FF-833442EB196E}" type="datetime1">
              <a:t>9/27/2026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FF5979-F297-4645-9B90-A1E18BCAD3F1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3A882F-FF14-4644-8744-D1622F7CAF6A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itle_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E7D075-5A08-4F0F-95ED-7F5CC55C690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6675" y="952501"/>
            <a:ext cx="12058650" cy="55403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C7BC0F-0A6C-4EB2-8C78-318BF578D154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F84336-3BFA-41E0-B246-517C3363D592}" type="datetime1">
              <a:t>9/27/2026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AAA5D5-1F99-4EBB-BC27-D96BD185FC42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0B7B5F-4C58-4021-A496-6F86DE07E7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  <p:sp>
        <p:nvSpPr>
          <p:cNvPr id="2" name="Title 22">
            <a:extLst xmlns:a="http://schemas.openxmlformats.org/drawingml/2006/main">
              <a:ext uri="{FF2B5EF4-FFF2-40B4-BE49-F238E27FC236}">
                <a16:creationId xmlns:a16="http://schemas.microsoft.com/office/drawing/2014/main" id="{1A58778C-F6A8-45AC-8238-3DA4F7EE1B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00921"/>
            <a:ext cx="8166100" cy="7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 baseline="0"/>
            </a:lvl1pPr>
          </a:lstStyle>
          <a:p xmlns:a="http://schemas.openxmlformats.org/drawingml/2006/main">
            <a:pPr lvl="0">
              <a:buNone/>
            </a:pPr>
            <a:r>
              <a:t>请输入本章主题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_Two_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83F4E5C-6D3E-4D6C-90B3-0D7A3CCAEE3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6675" y="952501"/>
            <a:ext cx="5943600" cy="55403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1F75F2-6265-4F1C-9EA1-36C00AA43127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05024C-FC83-4A0B-92DC-245D35BA0A2F}" type="datetime1">
              <a:t>9/27/2026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E49D12-9D82-4057-B79A-EED25849AF73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4825B-032A-4D52-8B66-D0A92C2C3FA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CB411A-F734-4EA3-B28F-A9AB07EC002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4" y="952501"/>
            <a:ext cx="5943600" cy="55403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Title 22">
            <a:extLst xmlns:a="http://schemas.openxmlformats.org/drawingml/2006/main">
              <a:ext uri="{FF2B5EF4-FFF2-40B4-BE49-F238E27FC236}">
                <a16:creationId xmlns:a16="http://schemas.microsoft.com/office/drawing/2014/main" id="{C66AE04F-5491-402A-907F-45BD7E183F0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00921"/>
            <a:ext cx="8166100" cy="7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 baseline="0"/>
            </a:lvl1pPr>
          </a:lstStyle>
          <a:p xmlns:a="http://schemas.openxmlformats.org/drawingml/2006/main">
            <a:pPr lvl="0">
              <a:buNone/>
            </a:pPr>
            <a:r>
              <a:t>请输入本章主题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封面_中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94C3DD-D753-4FC0-B9AD-855A02D6D0A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17822" y="1996236"/>
            <a:ext cx="9144000" cy="1164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请输入你的</a:t>
            </a:r>
            <a:r>
              <a:t>报告主题</a:t>
            </a:r>
          </a:p>
        </p:txBody>
      </p:sp>
      <p:sp>
        <p:nvSpPr>
          <p:cNvPr id="1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C5362A2-6267-4BF5-8FAE-F8FB0D3D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1" y="-1"/>
            <a:ext cx="2425223" cy="4892531"/>
          </a:xfrm>
          <a:custGeom xmlns:a="http://schemas.openxmlformats.org/drawingml/2006/main">
            <a:gdLst>
              <a:gd name="T0" fmla="*/ 0 w 2536"/>
              <a:gd name="T1" fmla="*/ 9 h 6127"/>
              <a:gd name="T2" fmla="*/ 2536 w 2536"/>
              <a:gd name="T3" fmla="*/ 0 h 6127"/>
              <a:gd name="T4" fmla="*/ 25 w 2536"/>
              <a:gd name="T5" fmla="*/ 6127 h 6127"/>
              <a:gd name="T6" fmla="*/ 0 w 2536"/>
              <a:gd name="T7" fmla="*/ 9 h 6127"/>
            </a:gdLst>
            <a:rect l="0" t="0" r="r" b="b"/>
            <a:pathLst>
              <a:path w="2536" h="6127">
                <a:moveTo>
                  <a:pt x="0" y="9"/>
                </a:moveTo>
                <a:lnTo>
                  <a:pt x="2536" y="0"/>
                </a:lnTo>
                <a:lnTo>
                  <a:pt x="25" y="6127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  <a:alpha val="23529"/>
            </a:schemeClr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D6D75CD-1CE3-4090-A1EE-C964A69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94" y="-1"/>
            <a:ext cx="2425223" cy="2387600"/>
          </a:xfrm>
          <a:custGeom xmlns:a="http://schemas.openxmlformats.org/drawingml/2006/main">
            <a:gdLst>
              <a:gd name="T0" fmla="*/ 0 w 2536"/>
              <a:gd name="T1" fmla="*/ 9 h 2988"/>
              <a:gd name="T2" fmla="*/ 2536 w 2536"/>
              <a:gd name="T3" fmla="*/ 0 h 2988"/>
              <a:gd name="T4" fmla="*/ 12 w 2536"/>
              <a:gd name="T5" fmla="*/ 2988 h 2988"/>
              <a:gd name="T6" fmla="*/ 0 w 2536"/>
              <a:gd name="T7" fmla="*/ 9 h 2988"/>
            </a:gdLst>
            <a:rect l="0" t="0" r="r" b="b"/>
            <a:pathLst>
              <a:path w="2536" h="2988">
                <a:moveTo>
                  <a:pt x="0" y="9"/>
                </a:moveTo>
                <a:lnTo>
                  <a:pt x="2536" y="0"/>
                </a:lnTo>
                <a:lnTo>
                  <a:pt x="12" y="2988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rgbClr val="0C3877"/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rgbClr val="0C3877"/>
              </a:solidFill>
            </a:endParaR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DC35272-5753-45AB-A2E7-11B5BF31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87728" y="1965469"/>
            <a:ext cx="2425223" cy="4892531"/>
          </a:xfrm>
          <a:custGeom xmlns:a="http://schemas.openxmlformats.org/drawingml/2006/main">
            <a:gdLst>
              <a:gd name="T0" fmla="*/ 0 w 2536"/>
              <a:gd name="T1" fmla="*/ 9 h 6127"/>
              <a:gd name="T2" fmla="*/ 2536 w 2536"/>
              <a:gd name="T3" fmla="*/ 0 h 6127"/>
              <a:gd name="T4" fmla="*/ 25 w 2536"/>
              <a:gd name="T5" fmla="*/ 6127 h 6127"/>
              <a:gd name="T6" fmla="*/ 0 w 2536"/>
              <a:gd name="T7" fmla="*/ 9 h 6127"/>
            </a:gdLst>
            <a:rect l="0" t="0" r="r" b="b"/>
            <a:pathLst>
              <a:path w="2536" h="6127">
                <a:moveTo>
                  <a:pt x="0" y="9"/>
                </a:moveTo>
                <a:lnTo>
                  <a:pt x="2536" y="0"/>
                </a:lnTo>
                <a:lnTo>
                  <a:pt x="25" y="6127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  <a:alpha val="23529"/>
            </a:schemeClr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BB869B8-7B8A-4634-B109-9D80E57C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79134" y="4470400"/>
            <a:ext cx="2425223" cy="2387600"/>
          </a:xfrm>
          <a:custGeom xmlns:a="http://schemas.openxmlformats.org/drawingml/2006/main">
            <a:gdLst>
              <a:gd name="T0" fmla="*/ 0 w 2536"/>
              <a:gd name="T1" fmla="*/ 9 h 2988"/>
              <a:gd name="T2" fmla="*/ 2536 w 2536"/>
              <a:gd name="T3" fmla="*/ 0 h 2988"/>
              <a:gd name="T4" fmla="*/ 12 w 2536"/>
              <a:gd name="T5" fmla="*/ 2988 h 2988"/>
              <a:gd name="T6" fmla="*/ 0 w 2536"/>
              <a:gd name="T7" fmla="*/ 9 h 2988"/>
            </a:gdLst>
            <a:rect l="0" t="0" r="r" b="b"/>
            <a:pathLst>
              <a:path w="2536" h="2988">
                <a:moveTo>
                  <a:pt x="0" y="9"/>
                </a:moveTo>
                <a:lnTo>
                  <a:pt x="2536" y="0"/>
                </a:lnTo>
                <a:lnTo>
                  <a:pt x="12" y="2988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rgbClr val="0C3877"/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1"/>
              </a:solidFill>
            </a:endParaRPr>
          </a:p>
        </p:txBody>
      </p:sp>
      <p:sp>
        <p:nvSpPr>
          <p:cNvPr id="20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4AFA50DE-E31D-4798-AAC4-E07D8D2D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08" y="3258139"/>
            <a:ext cx="764177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C3877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655DF327-9570-423F-BDE7-3006B305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838" y="3539794"/>
            <a:ext cx="3321489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41" name="Graphic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05d326c444630">
            <a:extLst>
              <a:ext uri="{96DAC541-7B7A-43D3-8B79-37D633B846F1}">
                <asvg:svgBlip xmlns:asvg="http://schemas.microsoft.com/office/drawing/2016/SVG/main" r:embed="R648939930e1442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6546" y="3539794"/>
            <a:ext cx="423645" cy="423645"/>
          </a:xfrm>
          <a:prstGeom xmlns:a="http://schemas.openxmlformats.org/drawingml/2006/main" prst="rect">
            <a:avLst/>
          </a:prstGeom>
        </p:spPr>
      </p:pic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E364A6E-AA2E-420E-8C02-5DA2C5C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590" y="3566950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楷体"/>
                <a:ea typeface="楷体"/>
                <a:cs typeface="楷体"/>
              </a:rPr>
              <a:t>报告人</a:t>
            </a:r>
            <a:r>
              <a:rPr>
                <a:latin typeface="楷体"/>
                <a:ea typeface="楷体"/>
                <a:cs typeface="楷体"/>
              </a:rPr>
              <a:t>：</a:t>
            </a:r>
            <a:endParaRPr>
              <a:latin typeface="楷体"/>
              <a:ea typeface="楷体"/>
              <a:cs typeface="楷体"/>
            </a:endParaRPr>
          </a:p>
        </p:txBody>
      </p:sp>
      <p:sp>
        <p:nvSpPr>
          <p:cNvPr id="30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26E962BE-8FA1-45E6-9AF9-5DEBF6A8FD4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733345" y="3596130"/>
            <a:ext cx="1107996" cy="340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latin typeface="楷体"/>
                <a:ea typeface="楷体"/>
                <a:cs typeface="楷体"/>
              </a:defRPr>
            </a:lvl1pPr>
          </a:lstStyle>
          <a:p xmlns:a="http://schemas.openxmlformats.org/drawingml/2006/main">
            <a:pPr lvl="0">
              <a:buNone/>
            </a:pPr>
            <a:r>
              <a:t>姓名</a:t>
            </a:r>
          </a:p>
        </p:txBody>
      </p:sp>
      <p:pic>
        <p:nvPicPr>
          <p:cNvPr id="44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30a71495244a06"/>
          <a:srcRect xmlns:a="http://schemas.openxmlformats.org/drawingml/2006/main" l="0" t="0" r="736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8850" y="164818"/>
            <a:ext cx="1759472" cy="169059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84D142B-80AC-4C81-9708-F6E9AA6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363" y="4150029"/>
            <a:ext cx="3321489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46" name="Graphic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05d326c444630">
            <a:extLst>
              <a:ext uri="{96DAC541-7B7A-43D3-8B79-37D633B846F1}">
                <asvg:svgBlip xmlns:asvg="http://schemas.microsoft.com/office/drawing/2016/SVG/main" r:embed="R648939930e1442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6071" y="4150029"/>
            <a:ext cx="423645" cy="423645"/>
          </a:xfrm>
          <a:prstGeom xmlns:a="http://schemas.openxmlformats.org/drawingml/2006/main" prst="rect">
            <a:avLst/>
          </a:prstGeom>
        </p:spPr>
      </p:pic>
      <p:sp>
        <p:nvSpPr>
          <p:cNvPr id="10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D212F0-0DDC-4776-8790-05CB645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15" y="4177185"/>
            <a:ext cx="868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楷体"/>
                <a:ea typeface="楷体"/>
                <a:cs typeface="楷体"/>
              </a:rPr>
              <a:t>导师：</a:t>
            </a:r>
            <a:endParaRPr>
              <a:latin typeface="楷体"/>
              <a:ea typeface="楷体"/>
              <a:cs typeface="楷体"/>
            </a:endParaRPr>
          </a:p>
        </p:txBody>
      </p:sp>
      <p:sp>
        <p:nvSpPr>
          <p:cNvPr id="11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5499FD50-D73D-4596-9BA1-13A2B0B771F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742870" y="4206365"/>
            <a:ext cx="1107996" cy="340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latin typeface="楷体"/>
                <a:ea typeface="楷体"/>
                <a:cs typeface="楷体"/>
              </a:defRPr>
            </a:lvl1pPr>
          </a:lstStyle>
          <a:p xmlns:a="http://schemas.openxmlformats.org/drawingml/2006/main">
            <a:pPr lvl="0">
              <a:buNone/>
            </a:pPr>
            <a:r>
              <a:t>姓名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Title_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DF56E-F7DF-4256-A768-DB238A0B13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17822" y="1965468"/>
            <a:ext cx="9144000" cy="1195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 baseline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Your Presentation Title</a:t>
            </a:r>
          </a:p>
        </p:txBody>
      </p:sp>
      <p:sp>
        <p:nvSpPr>
          <p:cNvPr id="1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A137A1E-115A-460B-BB36-62E7FB5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1" y="-1"/>
            <a:ext cx="2425223" cy="4892531"/>
          </a:xfrm>
          <a:custGeom xmlns:a="http://schemas.openxmlformats.org/drawingml/2006/main">
            <a:gdLst>
              <a:gd name="T0" fmla="*/ 0 w 2536"/>
              <a:gd name="T1" fmla="*/ 9 h 6127"/>
              <a:gd name="T2" fmla="*/ 2536 w 2536"/>
              <a:gd name="T3" fmla="*/ 0 h 6127"/>
              <a:gd name="T4" fmla="*/ 25 w 2536"/>
              <a:gd name="T5" fmla="*/ 6127 h 6127"/>
              <a:gd name="T6" fmla="*/ 0 w 2536"/>
              <a:gd name="T7" fmla="*/ 9 h 6127"/>
            </a:gdLst>
            <a:rect l="0" t="0" r="r" b="b"/>
            <a:pathLst>
              <a:path w="2536" h="6127">
                <a:moveTo>
                  <a:pt x="0" y="9"/>
                </a:moveTo>
                <a:lnTo>
                  <a:pt x="2536" y="0"/>
                </a:lnTo>
                <a:lnTo>
                  <a:pt x="25" y="6127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  <a:alpha val="23529"/>
            </a:schemeClr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5D92F66-30B7-4650-80C3-8F170D9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94" y="-1"/>
            <a:ext cx="2425223" cy="2387600"/>
          </a:xfrm>
          <a:custGeom xmlns:a="http://schemas.openxmlformats.org/drawingml/2006/main">
            <a:gdLst>
              <a:gd name="T0" fmla="*/ 0 w 2536"/>
              <a:gd name="T1" fmla="*/ 9 h 2988"/>
              <a:gd name="T2" fmla="*/ 2536 w 2536"/>
              <a:gd name="T3" fmla="*/ 0 h 2988"/>
              <a:gd name="T4" fmla="*/ 12 w 2536"/>
              <a:gd name="T5" fmla="*/ 2988 h 2988"/>
              <a:gd name="T6" fmla="*/ 0 w 2536"/>
              <a:gd name="T7" fmla="*/ 9 h 2988"/>
            </a:gdLst>
            <a:rect l="0" t="0" r="r" b="b"/>
            <a:pathLst>
              <a:path w="2536" h="2988">
                <a:moveTo>
                  <a:pt x="0" y="9"/>
                </a:moveTo>
                <a:lnTo>
                  <a:pt x="2536" y="0"/>
                </a:lnTo>
                <a:lnTo>
                  <a:pt x="12" y="2988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rgbClr val="0C3877"/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rgbClr val="0C3877"/>
              </a:solidFill>
            </a:endParaR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9DF7874-9916-4F3D-B6D9-3A65CCC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87728" y="1965469"/>
            <a:ext cx="2425223" cy="4892531"/>
          </a:xfrm>
          <a:custGeom xmlns:a="http://schemas.openxmlformats.org/drawingml/2006/main">
            <a:gdLst>
              <a:gd name="T0" fmla="*/ 0 w 2536"/>
              <a:gd name="T1" fmla="*/ 9 h 6127"/>
              <a:gd name="T2" fmla="*/ 2536 w 2536"/>
              <a:gd name="T3" fmla="*/ 0 h 6127"/>
              <a:gd name="T4" fmla="*/ 25 w 2536"/>
              <a:gd name="T5" fmla="*/ 6127 h 6127"/>
              <a:gd name="T6" fmla="*/ 0 w 2536"/>
              <a:gd name="T7" fmla="*/ 9 h 6127"/>
            </a:gdLst>
            <a:rect l="0" t="0" r="r" b="b"/>
            <a:pathLst>
              <a:path w="2536" h="6127">
                <a:moveTo>
                  <a:pt x="0" y="9"/>
                </a:moveTo>
                <a:lnTo>
                  <a:pt x="2536" y="0"/>
                </a:lnTo>
                <a:lnTo>
                  <a:pt x="25" y="6127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  <a:alpha val="23529"/>
            </a:schemeClr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5FC8CD3-79E2-41AB-B9C1-BAB0DD88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79134" y="4470400"/>
            <a:ext cx="2425223" cy="2387600"/>
          </a:xfrm>
          <a:custGeom xmlns:a="http://schemas.openxmlformats.org/drawingml/2006/main">
            <a:gdLst>
              <a:gd name="T0" fmla="*/ 0 w 2536"/>
              <a:gd name="T1" fmla="*/ 9 h 2988"/>
              <a:gd name="T2" fmla="*/ 2536 w 2536"/>
              <a:gd name="T3" fmla="*/ 0 h 2988"/>
              <a:gd name="T4" fmla="*/ 12 w 2536"/>
              <a:gd name="T5" fmla="*/ 2988 h 2988"/>
              <a:gd name="T6" fmla="*/ 0 w 2536"/>
              <a:gd name="T7" fmla="*/ 9 h 2988"/>
            </a:gdLst>
            <a:rect l="0" t="0" r="r" b="b"/>
            <a:pathLst>
              <a:path w="2536" h="2988">
                <a:moveTo>
                  <a:pt x="0" y="9"/>
                </a:moveTo>
                <a:lnTo>
                  <a:pt x="2536" y="0"/>
                </a:lnTo>
                <a:lnTo>
                  <a:pt x="12" y="2988"/>
                </a:lnTo>
                <a:lnTo>
                  <a:pt x="0" y="9"/>
                </a:lnTo>
                <a:close/>
              </a:path>
            </a:pathLst>
          </a:custGeom>
          <a:solidFill xmlns:a="http://schemas.openxmlformats.org/drawingml/2006/main">
            <a:srgbClr val="0C3877"/>
          </a:solidFill>
          <a:ln xmlns:a="http://schemas.openxmlformats.org/drawingml/2006/main" w="4763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accent1"/>
              </a:solidFill>
            </a:endParaRPr>
          </a:p>
        </p:txBody>
      </p:sp>
      <p:sp>
        <p:nvSpPr>
          <p:cNvPr id="20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1D513C48-F139-45E4-AB95-7DFB738A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08" y="3258139"/>
            <a:ext cx="764177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C3877"/>
            </a:solidFill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07683F6-E8F7-446F-9C39-8299025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838" y="3539794"/>
            <a:ext cx="3321489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41" name="Graphic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266933dc48b3">
            <a:extLst>
              <a:ext uri="{96DAC541-7B7A-43D3-8B79-37D633B846F1}">
                <asvg:svgBlip xmlns:asvg="http://schemas.microsoft.com/office/drawing/2016/SVG/main" r:embed="R100a118a0c9646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6546" y="3539794"/>
            <a:ext cx="423645" cy="423645"/>
          </a:xfrm>
          <a:prstGeom xmlns:a="http://schemas.openxmlformats.org/drawingml/2006/main" prst="rect">
            <a:avLst/>
          </a:prstGeom>
        </p:spPr>
      </p:pic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37F0E96-22FB-4002-9F74-515DD51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590" y="3566950"/>
            <a:ext cx="12747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Speaker</a:t>
            </a:r>
            <a:r>
              <a:rPr>
                <a:latin typeface="Arial"/>
                <a:ea typeface="Arial"/>
                <a:cs typeface="Arial"/>
              </a:rPr>
              <a:t>：</a:t>
            </a:r>
            <a:endParaRPr baseline="0">
              <a:latin typeface="Arial"/>
              <a:ea typeface="Arial"/>
              <a:cs typeface="Arial"/>
            </a:endParaRPr>
          </a:p>
        </p:txBody>
      </p:sp>
      <p:sp>
        <p:nvSpPr>
          <p:cNvPr id="30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C1C87977-1BEF-49FF-AC18-C53CE963FDC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916596" y="3596130"/>
            <a:ext cx="1107996" cy="340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E223084B-2CF6-473C-A119-1C45FB34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3" y="4219792"/>
            <a:ext cx="4749597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AD36A2-0897-4354-A0E1-D0B66D32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887" y="4227069"/>
            <a:ext cx="82586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Email:</a:t>
            </a:r>
            <a:endParaRPr baseline="0">
              <a:latin typeface="Arial"/>
              <a:ea typeface="Arial"/>
              <a:cs typeface="Arial"/>
            </a:endParaRPr>
          </a:p>
        </p:txBody>
      </p:sp>
      <p:sp>
        <p:nvSpPr>
          <p:cNvPr id="6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0642F546-B009-4E56-91E0-A623C40A1A7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628659" y="4257039"/>
            <a:ext cx="3118199" cy="3384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xxx.xxx@xxx.com</a:t>
            </a:r>
            <a:endParaRPr/>
          </a:p>
        </p:txBody>
      </p:sp>
      <p:pic>
        <p:nvPicPr>
          <p:cNvPr id="47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24fe9c01a4591">
            <a:extLst>
              <a:ext uri="{96DAC541-7B7A-43D3-8B79-37D633B846F1}">
                <asvg:svgBlip xmlns:asvg="http://schemas.microsoft.com/office/drawing/2016/SVG/main" r:embed="Ra2bfccd0dd0b40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669" y="4161625"/>
            <a:ext cx="441218" cy="441218"/>
          </a:xfrm>
          <a:prstGeom xmlns:a="http://schemas.openxmlformats.org/drawingml/2006/main" prst="rect">
            <a:avLst/>
          </a:prstGeom>
        </p:spPr>
      </p:pic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43419e92934d44"/>
          <a:srcRect xmlns:a="http://schemas.openxmlformats.org/drawingml/2006/main" l="0" t="0" r="736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8850" y="164818"/>
            <a:ext cx="1759472" cy="169059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目录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椭圆 7">
            <a:extLst xmlns:a="http://schemas.openxmlformats.org/drawingml/2006/main">
              <a:ext uri="{FF2B5EF4-FFF2-40B4-BE49-F238E27FC236}">
                <a16:creationId xmlns:a16="http://schemas.microsoft.com/office/drawing/2014/main" id="{270FBFFA-8FEC-4562-89E1-C97DCD30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1378125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25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C3D7B7A-A995-454B-A6EB-740DAE65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1216076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800" spc="-150">
                <a:solidFill>
                  <a:srgbClr val="0C3877"/>
                </a:solidFill>
              </a:rPr>
              <a:t>01</a:t>
            </a:r>
            <a:endParaRPr sz="2800" spc="-150">
              <a:solidFill>
                <a:srgbClr val="0C3877"/>
              </a:solidFill>
            </a:endParaRPr>
          </a:p>
        </p:txBody>
      </p:sp>
      <p:sp>
        <p:nvSpPr>
          <p:cNvPr id="20" name="椭圆 29">
            <a:extLst xmlns:a="http://schemas.openxmlformats.org/drawingml/2006/main">
              <a:ext uri="{FF2B5EF4-FFF2-40B4-BE49-F238E27FC236}">
                <a16:creationId xmlns:a16="http://schemas.microsoft.com/office/drawing/2014/main" id="{080D6D16-7040-448A-A522-6747CCA8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2318618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2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36EC982-337B-4F91-9926-E7FA551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2156569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16" name="椭圆 34">
            <a:extLst xmlns:a="http://schemas.openxmlformats.org/drawingml/2006/main">
              <a:ext uri="{FF2B5EF4-FFF2-40B4-BE49-F238E27FC236}">
                <a16:creationId xmlns:a16="http://schemas.microsoft.com/office/drawing/2014/main" id="{DF7EBD54-1B17-472C-BFED-5E1FBC4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3259111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17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EC1F3BCA-E916-4E77-B7F5-8E5F9473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3097062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2" name="椭圆 39">
            <a:extLst xmlns:a="http://schemas.openxmlformats.org/drawingml/2006/main">
              <a:ext uri="{FF2B5EF4-FFF2-40B4-BE49-F238E27FC236}">
                <a16:creationId xmlns:a16="http://schemas.microsoft.com/office/drawing/2014/main" id="{F2133210-F287-4AC7-95B0-88EE3A2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4199604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13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0F5EE27D-350D-46C2-9EFF-FE30CC9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4037555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3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73FA25-AE85-4FF2-B4F4-ECCD312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136" y="69551"/>
            <a:ext cx="2656664" cy="1013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内容</a:t>
            </a:r>
          </a:p>
        </p:txBody>
      </p:sp>
      <p:sp>
        <p:nvSpPr>
          <p:cNvPr id="3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489C4E1-C1E2-4ABC-ADED-BE340B2F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104" y="1032052"/>
            <a:ext cx="918726" cy="85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800"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8819E7A-B420-400C-8AE1-9AAF0CFB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2954"/>
            <a:ext cx="12192000" cy="87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D0C24364-E570-4BB9-8AE0-DA858C0651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42015" y="1359718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第一章</a:t>
            </a:r>
          </a:p>
        </p:txBody>
      </p:sp>
      <p:sp>
        <p:nvSpPr>
          <p:cNvPr id="40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503E3DB1-F321-4278-8A7C-DD8CE8B3FB2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442015" y="2296082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第二章</a:t>
            </a:r>
          </a:p>
        </p:txBody>
      </p:sp>
      <p:sp>
        <p:nvSpPr>
          <p:cNvPr id="41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BB694BEB-0CEB-4DF9-ADFD-BD51FCF5F18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42015" y="3232446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第三章</a:t>
            </a:r>
          </a:p>
        </p:txBody>
      </p:sp>
      <p:sp>
        <p:nvSpPr>
          <p:cNvPr id="42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2D7D086B-220B-4684-A5F2-1D5DC0C73F0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442015" y="4168810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第四章</a:t>
            </a:r>
          </a:p>
        </p:txBody>
      </p:sp>
      <p:sp>
        <p:nvSpPr>
          <p:cNvPr id="48" name="矩形 1">
            <a:extLst xmlns:a="http://schemas.openxmlformats.org/drawingml/2006/main">
              <a:ext uri="{FF2B5EF4-FFF2-40B4-BE49-F238E27FC236}">
                <a16:creationId xmlns:a16="http://schemas.microsoft.com/office/drawing/2014/main" id="{B0E9AE4E-5C26-4CC0-83C4-8B2E4D8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3" y="2115708"/>
            <a:ext cx="3542554" cy="289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66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b24ee46d8044d9"/>
          <a:srcRect xmlns:a="http://schemas.openxmlformats.org/drawingml/2006/main" l="0" t="0" r="217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619" y="2433171"/>
            <a:ext cx="4050683" cy="2265026"/>
          </a:xfrm>
          <a:prstGeom xmlns:a="http://schemas.openxmlformats.org/drawingml/2006/main" prst="roundRect">
            <a:avLst>
              <a:gd name="adj" fmla="val 9518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  <a:reflection blurRad="6350" stA="50000" endA="300" endPos="55000" dir="5400000" sy="-100000" algn="bl" rotWithShape="0"/>
          </a:effectLst>
        </p:spPr>
      </p:pic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1_目录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椭圆 7">
            <a:extLst xmlns:a="http://schemas.openxmlformats.org/drawingml/2006/main">
              <a:ext uri="{FF2B5EF4-FFF2-40B4-BE49-F238E27FC236}">
                <a16:creationId xmlns:a16="http://schemas.microsoft.com/office/drawing/2014/main" id="{81A28BF9-8BB1-4477-8218-C30FDE1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1378125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25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F0F2BE9-CF55-4422-9FA6-EE98B47B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1216076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800" spc="-150">
                <a:solidFill>
                  <a:srgbClr val="0C3877"/>
                </a:solidFill>
              </a:rPr>
              <a:t>01</a:t>
            </a:r>
            <a:endParaRPr sz="2800" spc="-150">
              <a:solidFill>
                <a:srgbClr val="0C3877"/>
              </a:solidFill>
            </a:endParaRPr>
          </a:p>
        </p:txBody>
      </p:sp>
      <p:sp>
        <p:nvSpPr>
          <p:cNvPr id="20" name="椭圆 29">
            <a:extLst xmlns:a="http://schemas.openxmlformats.org/drawingml/2006/main">
              <a:ext uri="{FF2B5EF4-FFF2-40B4-BE49-F238E27FC236}">
                <a16:creationId xmlns:a16="http://schemas.microsoft.com/office/drawing/2014/main" id="{B850006B-53AA-4EA5-8ED6-D5EE5E34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2318618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2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A564F50-B5D5-442B-9D6F-8F05FC8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2156569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16" name="椭圆 34">
            <a:extLst xmlns:a="http://schemas.openxmlformats.org/drawingml/2006/main">
              <a:ext uri="{FF2B5EF4-FFF2-40B4-BE49-F238E27FC236}">
                <a16:creationId xmlns:a16="http://schemas.microsoft.com/office/drawing/2014/main" id="{5FA59BFB-3F33-4C1F-A54B-B001EB1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3259111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17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DBFFB29-20AE-4E00-8D66-3D4FF9B3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3097062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2" name="椭圆 39">
            <a:extLst xmlns:a="http://schemas.openxmlformats.org/drawingml/2006/main">
              <a:ext uri="{FF2B5EF4-FFF2-40B4-BE49-F238E27FC236}">
                <a16:creationId xmlns:a16="http://schemas.microsoft.com/office/drawing/2014/main" id="{8A1C9DCF-7E72-46C7-B0AC-33F0755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4199604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13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D3D9ADF-94C7-40A7-B101-A7752023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4037555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8" name="椭圆 44">
            <a:extLst xmlns:a="http://schemas.openxmlformats.org/drawingml/2006/main">
              <a:ext uri="{FF2B5EF4-FFF2-40B4-BE49-F238E27FC236}">
                <a16:creationId xmlns:a16="http://schemas.microsoft.com/office/drawing/2014/main" id="{4D0F7108-B807-4545-84AA-B932A35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7255" y="5140099"/>
            <a:ext cx="532095" cy="5320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85000"/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 sz="1050" b="1">
              <a:latin typeface="汉仪雅酷黑 45W"/>
              <a:ea typeface="汉仪雅酷黑 45W"/>
              <a:cs typeface="汉仪雅酷黑 45W"/>
            </a:endParaRPr>
          </a:p>
        </p:txBody>
      </p:sp>
      <p:sp>
        <p:nvSpPr>
          <p:cNvPr id="9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892F90B6-FCB5-4BF8-82EF-B700412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590" y="4978050"/>
            <a:ext cx="8732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2800" spc="-150">
                <a:solidFill>
                  <a:srgbClr val="0C3877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3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51E075-73AC-47B1-A883-A03694A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136" y="69551"/>
            <a:ext cx="2656664" cy="1013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</p:spPr>
        <p:txBody>
          <a:bodyPr xmlns:a="http://schemas.openxmlformats.org/drawingml/2006/main" wrap="square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 spc="3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sz="4800" b="1" spc="3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F6E9D4-DC97-4CA5-88BD-FAF724C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7104" y="1032052"/>
            <a:ext cx="918726" cy="85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800"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D8E9132-0433-496F-98D3-5C578A9C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2954"/>
            <a:ext cx="12192000" cy="87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23F8A3BE-CC8A-444B-88BC-8FB013E3040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42015" y="1359718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Chapter 1</a:t>
            </a:r>
            <a:endParaRPr/>
          </a:p>
        </p:txBody>
      </p:sp>
      <p:sp>
        <p:nvSpPr>
          <p:cNvPr id="40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44FADF29-9CFB-42F5-BD98-DC415F1421B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442015" y="2296082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Chapter 2</a:t>
            </a:r>
            <a:endParaRPr/>
          </a:p>
        </p:txBody>
      </p:sp>
      <p:sp>
        <p:nvSpPr>
          <p:cNvPr id="41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56214C32-52C5-4259-A9F9-71448BAF157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42015" y="3232446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Chapter 3</a:t>
            </a:r>
            <a:endParaRPr/>
          </a:p>
        </p:txBody>
      </p:sp>
      <p:sp>
        <p:nvSpPr>
          <p:cNvPr id="42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132E8A78-26EF-472A-9E7F-6DFAB666D1A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442015" y="4168810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Chapter 4</a:t>
            </a:r>
            <a:endParaRPr/>
          </a:p>
        </p:txBody>
      </p:sp>
      <p:sp>
        <p:nvSpPr>
          <p:cNvPr id="43" name="Text Placeholder 38">
            <a:extLst xmlns:a="http://schemas.openxmlformats.org/drawingml/2006/main">
              <a:ext uri="{FF2B5EF4-FFF2-40B4-BE49-F238E27FC236}">
                <a16:creationId xmlns:a16="http://schemas.microsoft.com/office/drawing/2014/main" id="{D9CE43F5-9E83-4BCF-9DB0-B1ECC175CEC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442015" y="5105173"/>
            <a:ext cx="4556851" cy="5232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40000"/>
                  <a:lumOff val="60000"/>
                </a:schemeClr>
              </a:gs>
              <a:gs pos="45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8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>
              <a:buNone/>
            </a:pPr>
            <a:r>
              <a:t>Chapter 5</a:t>
            </a:r>
            <a:endParaRPr/>
          </a:p>
        </p:txBody>
      </p:sp>
      <p:sp>
        <p:nvSpPr>
          <p:cNvPr id="48" name="矩形 1">
            <a:extLst xmlns:a="http://schemas.openxmlformats.org/drawingml/2006/main">
              <a:ext uri="{FF2B5EF4-FFF2-40B4-BE49-F238E27FC236}">
                <a16:creationId xmlns:a16="http://schemas.microsoft.com/office/drawing/2014/main" id="{4CBFD1E6-FB0E-4F3A-BF60-BF3FA8D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73" y="2115708"/>
            <a:ext cx="3542554" cy="289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tx1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69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bf540b46d14203"/>
          <a:srcRect xmlns:a="http://schemas.openxmlformats.org/drawingml/2006/main" l="0" t="0" r="217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619" y="2433171"/>
            <a:ext cx="4050683" cy="2265026"/>
          </a:xfrm>
          <a:prstGeom xmlns:a="http://schemas.openxmlformats.org/drawingml/2006/main" prst="roundRect">
            <a:avLst>
              <a:gd name="adj" fmla="val 9518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  <a:reflection blurRad="6350" stA="50000" endA="300" endPos="55000" dir="5400000" sy="-100000" algn="bl" rotWithShape="0"/>
          </a:effectLst>
        </p:spPr>
      </p:pic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过渡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AAAAD7-3C55-41A1-885A-3E5F61E5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707" y="1468159"/>
            <a:ext cx="3725426" cy="713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 u="none" cap="none" spc="600">
                <a:ln>
                  <a:noFill/>
                </a:ln>
                <a:solidFill>
                  <a:srgbClr val="0C38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    章</a:t>
            </a:r>
            <a:endParaRPr sz="3600" b="1" i="0" u="none" kern="1200" cap="none" spc="600" baseline="0">
              <a:ln>
                <a:noFill/>
              </a:ln>
              <a:solidFill>
                <a:srgbClr val="0C38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C1F77F-7BB0-4C0E-8F20-77BA08EF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94306" y="2230136"/>
            <a:ext cx="6836229" cy="853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50000"/>
              </a:lnSpc>
              <a:buNone/>
            </a:pPr>
            <a:endParaRPr sz="4000" b="1" spc="300">
              <a:solidFill>
                <a:srgbClr val="0C38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190309-374F-4F99-90B9-7D74CB5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7397" y="3040291"/>
            <a:ext cx="1930046" cy="72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0C3877"/>
              </a:solidFill>
            </a:endParaRP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2CFECD25-7DDC-4C8B-BBA1-6B6F0E4B9D9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710726" y="2306933"/>
            <a:ext cx="6803388" cy="713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4400">
                <a:solidFill>
                  <a:schemeClr val="bg1"/>
                </a:solidFill>
                <a:latin typeface="楷体"/>
                <a:ea typeface="楷体"/>
                <a:cs typeface="楷体"/>
              </a:defRPr>
            </a:lvl1pPr>
          </a:lstStyle>
          <a:p xmlns:a="http://schemas.openxmlformats.org/drawingml/2006/main">
            <a:pPr lvl="0">
              <a:buNone/>
            </a:pPr>
            <a:r>
              <a:t>请输入</a:t>
            </a:r>
            <a:r>
              <a:t>本章主题</a:t>
            </a:r>
          </a:p>
        </p:txBody>
      </p:sp>
      <p:pic>
        <p:nvPicPr>
          <p:cNvPr id="30" name="图片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71f28c539d4790"/>
          <a:srcRect xmlns:a="http://schemas.openxmlformats.org/drawingml/2006/main" l="0" t="3464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142" y="3160246"/>
            <a:ext cx="12482285" cy="2351757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533400"/>
          </a:effectLst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39CB153-0708-479A-BE3E-DD9AF829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2954"/>
            <a:ext cx="12192000" cy="87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D8D28D10-309B-4906-998D-F5D95BFFBF5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695191" y="1523248"/>
            <a:ext cx="834458" cy="51593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200" b="1">
                <a:solidFill>
                  <a:srgbClr val="0C38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一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Transition Page 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827024-C15D-4829-9945-3107449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707" y="1468159"/>
            <a:ext cx="3725426" cy="713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600" b="1" i="0" u="none" kern="1200" cap="none" spc="600" baseline="0">
              <a:ln>
                <a:noFill/>
              </a:ln>
              <a:solidFill>
                <a:srgbClr val="0C38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44793E-8712-4680-9E76-A7A9FCD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94306" y="2230136"/>
            <a:ext cx="6836229" cy="853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50000"/>
              </a:lnSpc>
              <a:buNone/>
            </a:pPr>
            <a:endParaRPr sz="4000" b="1" spc="300">
              <a:solidFill>
                <a:srgbClr val="0C38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D1D599-DDB9-4713-A171-9C469D4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7397" y="3040291"/>
            <a:ext cx="1930046" cy="72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0C3877"/>
              </a:solidFill>
            </a:endParaRP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CF4126B-2B57-4A60-B2B0-7945444B69E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710726" y="2306933"/>
            <a:ext cx="6803388" cy="713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44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Chapter Title</a:t>
            </a:r>
            <a:endParaRPr/>
          </a:p>
        </p:txBody>
      </p:sp>
      <p:pic>
        <p:nvPicPr>
          <p:cNvPr id="30" name="图片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1fe11dc2e84668"/>
          <a:srcRect xmlns:a="http://schemas.openxmlformats.org/drawingml/2006/main" l="0" t="3464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142" y="3160246"/>
            <a:ext cx="12482285" cy="2351757"/>
          </a:xfrm>
          <a:prstGeom xmlns:a="http://schemas.openxmlformats.org/drawingml/2006/main" prst="rect">
            <a:avLst/>
          </a:prstGeom>
          <a:effectLst xmlns:a="http://schemas.openxmlformats.org/drawingml/2006/main">
            <a:softEdge rad="533400"/>
          </a:effectLst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B728E0E-527F-42CC-951A-1BB1AF5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2954"/>
            <a:ext cx="12192000" cy="87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3108EA64-BBE1-479D-B764-3D1A4AB592C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6000" y="1523248"/>
            <a:ext cx="1155552" cy="51593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200" b="1">
                <a:solidFill>
                  <a:srgbClr val="0C38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ONE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FEFB068-B469-4329-B6CA-1600D92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603" y="1481921"/>
            <a:ext cx="127150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0C3877"/>
                </a:solidFill>
                <a:latin typeface="Arial"/>
                <a:ea typeface="Arial"/>
                <a:cs typeface="Arial"/>
              </a:rPr>
              <a:t>PART</a:t>
            </a:r>
            <a:endParaRPr sz="2000" b="1">
              <a:solidFill>
                <a:srgbClr val="0C3877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3062c92e84cd5">
            <a:alphaModFix amt="3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</p:spPr>
      </p:pic>
      <p:sp>
        <p:nvSpPr>
          <p:cNvPr id="8" name="PA_直接连接符 15">
            <a:extLst xmlns:a="http://schemas.openxmlformats.org/drawingml/2006/main">
              <a:ext uri="{FF2B5EF4-FFF2-40B4-BE49-F238E27FC236}">
                <a16:creationId xmlns:a16="http://schemas.microsoft.com/office/drawing/2014/main" id="{67EBA909-312E-4DE8-BC0F-066CECA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8675" y="1185950"/>
            <a:ext cx="799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D212F"/>
            </a:solidFill>
            <a:prstDash val="dashDot"/>
          </a:ln>
        </p:spPr>
      </p:sp>
      <p:sp>
        <p:nvSpPr>
          <p:cNvPr id="9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70D4F32-73BB-4BF6-BD58-015B92B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9276" y="1351915"/>
            <a:ext cx="6753448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 sz="1400">
              <a:solidFill>
                <a:srgbClr val="0C3877"/>
              </a:solidFill>
            </a:endParaRPr>
          </a:p>
        </p:txBody>
      </p:sp>
      <p:sp>
        <p:nvSpPr>
          <p:cNvPr id="10" name="矩形 31">
            <a:extLst xmlns:a="http://schemas.openxmlformats.org/drawingml/2006/main">
              <a:ext uri="{FF2B5EF4-FFF2-40B4-BE49-F238E27FC236}">
                <a16:creationId xmlns:a16="http://schemas.microsoft.com/office/drawing/2014/main" id="{C7DAA6F9-64D7-43D7-AAEE-1C58D6B0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33120" y="306249"/>
            <a:ext cx="6701578" cy="76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4400" b="1" spc="600">
                <a:solidFill>
                  <a:srgbClr val="0C3877"/>
                </a:solidFill>
              </a:rPr>
              <a:t>恳请各位老师批评指正！</a:t>
            </a:r>
          </a:p>
        </p:txBody>
      </p:sp>
      <p:sp>
        <p:nvSpPr>
          <p:cNvPr id="12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4280DEFD-AC93-4E19-BB09-F9D19DA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141" y="1971023"/>
            <a:ext cx="2860425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3" name="Graphic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b0efa49c941be">
            <a:extLst>
              <a:ext uri="{96DAC541-7B7A-43D3-8B79-37D633B846F1}">
                <asvg:svgBlip xmlns:asvg="http://schemas.microsoft.com/office/drawing/2016/SVG/main" r:embed="Rb58703aaef344d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3849" y="1971023"/>
            <a:ext cx="423645" cy="42364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BF475-396B-4328-AB32-8BC1CF90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93" y="1998179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楷体"/>
                <a:ea typeface="楷体"/>
                <a:cs typeface="楷体"/>
              </a:rPr>
              <a:t>报告人</a:t>
            </a:r>
            <a:r>
              <a:rPr>
                <a:latin typeface="楷体"/>
                <a:ea typeface="楷体"/>
                <a:cs typeface="楷体"/>
              </a:rPr>
              <a:t>：</a:t>
            </a:r>
            <a:endParaRPr>
              <a:latin typeface="楷体"/>
              <a:ea typeface="楷体"/>
              <a:cs typeface="楷体"/>
            </a:endParaRPr>
          </a:p>
        </p:txBody>
      </p:sp>
      <p:sp>
        <p:nvSpPr>
          <p:cNvPr id="15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0A0005AE-DC6B-4B32-9B6B-427D43EAFBF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790648" y="2027359"/>
            <a:ext cx="1107996" cy="340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latin typeface="楷体"/>
                <a:ea typeface="楷体"/>
                <a:cs typeface="楷体"/>
              </a:defRPr>
            </a:lvl1pPr>
          </a:lstStyle>
          <a:p xmlns:a="http://schemas.openxmlformats.org/drawingml/2006/main">
            <a:pPr lvl="0">
              <a:buNone/>
            </a:pPr>
            <a:r>
              <a:t>姓名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Ending Page_E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9a4429eef468e">
            <a:alphaModFix amt="3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</p:spPr>
      </p:pic>
      <p:sp>
        <p:nvSpPr>
          <p:cNvPr id="8" name="PA_直接连接符 15">
            <a:extLst xmlns:a="http://schemas.openxmlformats.org/drawingml/2006/main">
              <a:ext uri="{FF2B5EF4-FFF2-40B4-BE49-F238E27FC236}">
                <a16:creationId xmlns:a16="http://schemas.microsoft.com/office/drawing/2014/main" id="{C126D4AE-4C07-4F91-AC5C-07313DB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8675" y="1185950"/>
            <a:ext cx="799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D212F"/>
            </a:solidFill>
            <a:prstDash val="dashDot"/>
          </a:ln>
        </p:spPr>
      </p:sp>
      <p:sp>
        <p:nvSpPr>
          <p:cNvPr id="9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6F574FF-4D71-41CB-967C-AAF2692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923" y="1369027"/>
            <a:ext cx="4368155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2000">
                <a:solidFill>
                  <a:srgbClr val="0C3877"/>
                </a:solidFill>
              </a:rPr>
              <a:t>Questions and comments are welcome!</a:t>
            </a:r>
          </a:p>
        </p:txBody>
      </p:sp>
      <p:sp>
        <p:nvSpPr>
          <p:cNvPr id="10" name="矩形 31">
            <a:extLst xmlns:a="http://schemas.openxmlformats.org/drawingml/2006/main">
              <a:ext uri="{FF2B5EF4-FFF2-40B4-BE49-F238E27FC236}">
                <a16:creationId xmlns:a16="http://schemas.microsoft.com/office/drawing/2014/main" id="{BD490945-7ADC-406A-9EC2-66AF5FEA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560" y="416509"/>
            <a:ext cx="9358880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4400" b="1" spc="600">
                <a:solidFill>
                  <a:srgbClr val="0C3877"/>
                </a:solidFill>
                <a:latin typeface="Arial"/>
                <a:ea typeface="Arial"/>
                <a:cs typeface="Arial"/>
              </a:rPr>
              <a:t>Thanks for Your Attention</a:t>
            </a:r>
            <a:r>
              <a:rPr sz="4400" b="1" spc="600">
                <a:solidFill>
                  <a:srgbClr val="0C3877"/>
                </a:solidFill>
                <a:latin typeface="Arial"/>
                <a:ea typeface="Arial"/>
                <a:cs typeface="Arial"/>
              </a:rPr>
              <a:t>！</a:t>
            </a:r>
          </a:p>
        </p:txBody>
      </p:sp>
      <p:sp>
        <p:nvSpPr>
          <p:cNvPr id="2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AE5433F-FF1E-47DA-AD80-50B3AE76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194" y="2182360"/>
            <a:ext cx="3321489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30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16b21b5984b74">
            <a:extLst>
              <a:ext uri="{96DAC541-7B7A-43D3-8B79-37D633B846F1}">
                <asvg:svgBlip xmlns:asvg="http://schemas.microsoft.com/office/drawing/2016/SVG/main" r:embed="Rdfe5b3786b6646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7902" y="2188275"/>
            <a:ext cx="423645" cy="42364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527D58-457D-4DBC-97D8-97D3B54F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946" y="2215431"/>
            <a:ext cx="12747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Speaker</a:t>
            </a:r>
            <a:r>
              <a:rPr>
                <a:latin typeface="Arial"/>
                <a:ea typeface="Arial"/>
                <a:cs typeface="Arial"/>
              </a:rPr>
              <a:t>：</a:t>
            </a:r>
            <a:endParaRPr baseline="0">
              <a:latin typeface="Arial"/>
              <a:ea typeface="Arial"/>
              <a:cs typeface="Arial"/>
            </a:endParaRPr>
          </a:p>
        </p:txBody>
      </p:sp>
      <p:sp>
        <p:nvSpPr>
          <p:cNvPr id="6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12137960-BBBB-4DE1-A9F8-4E0DCE2B672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67952" y="2230021"/>
            <a:ext cx="1107996" cy="340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7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6B50B598-BB20-4CAD-9438-2434390B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236" y="2182360"/>
            <a:ext cx="4749597" cy="435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913C38-EDA7-4DFD-8FC6-E2C5203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70" y="2215431"/>
            <a:ext cx="82586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Email:</a:t>
            </a:r>
            <a:endParaRPr baseline="0">
              <a:latin typeface="Arial"/>
              <a:ea typeface="Arial"/>
              <a:cs typeface="Arial"/>
            </a:endParaRPr>
          </a:p>
        </p:txBody>
      </p:sp>
      <p:sp>
        <p:nvSpPr>
          <p:cNvPr id="21" name="Text Placeholder 29">
            <a:extLst xmlns:a="http://schemas.openxmlformats.org/drawingml/2006/main">
              <a:ext uri="{FF2B5EF4-FFF2-40B4-BE49-F238E27FC236}">
                <a16:creationId xmlns:a16="http://schemas.microsoft.com/office/drawing/2014/main" id="{1068DF28-A6B7-45BE-89BF-2A596575615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300942" y="2230888"/>
            <a:ext cx="3118199" cy="3384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aseline="0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xxx.xxx@xxx.com</a:t>
            </a:r>
            <a:endParaRPr/>
          </a:p>
        </p:txBody>
      </p:sp>
      <p:pic>
        <p:nvPicPr>
          <p:cNvPr id="36" name="Graphic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fddafa174459c">
            <a:extLst>
              <a:ext uri="{96DAC541-7B7A-43D3-8B79-37D633B846F1}">
                <asvg:svgBlip xmlns:asvg="http://schemas.microsoft.com/office/drawing/2016/SVG/main" r:embed="R0c8158ecea004f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952" y="2179488"/>
            <a:ext cx="441218" cy="4412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A1DC4D4-5C88-4F31-8999-E4A1A9417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6D61D35-667D-4D0F-A65E-68C22ECA5235}" type="datetime1">
              <a:t>9/27/2026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E451A89-CB1A-4FFF-AFA8-794E0E9A3F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242F8F9-A569-40FF-B740-8D3733ACA2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155f8fdce6f4453" /><Relationship Type="http://schemas.openxmlformats.org/officeDocument/2006/relationships/theme" Target="/ppt/slideMasters/theme/theme2.xml" Id="R138af649b3c44c95" /><Relationship Type="http://schemas.openxmlformats.org/officeDocument/2006/relationships/slideLayout" Target="/ppt/slideLayouts/slideLayout1.xml" Id="R75c099c03a3141fb" /><Relationship Type="http://schemas.openxmlformats.org/officeDocument/2006/relationships/slideLayout" Target="/ppt/slideLayouts/slideLayout2.xml" Id="R247a8542df954be6" /><Relationship Type="http://schemas.openxmlformats.org/officeDocument/2006/relationships/slideLayout" Target="/ppt/slideLayouts/slideLayout3.xml" Id="R1e1f9f0a892b4642" /><Relationship Type="http://schemas.openxmlformats.org/officeDocument/2006/relationships/slideLayout" Target="/ppt/slideLayouts/slideLayout4.xml" Id="Rb6fce3e729c24915" /><Relationship Type="http://schemas.openxmlformats.org/officeDocument/2006/relationships/slideLayout" Target="/ppt/slideLayouts/slideLayout5.xml" Id="R4135037c0be94fdf" /><Relationship Type="http://schemas.openxmlformats.org/officeDocument/2006/relationships/slideLayout" Target="/ppt/slideLayouts/slideLayout6.xml" Id="R27e523b54c7347db" /><Relationship Type="http://schemas.openxmlformats.org/officeDocument/2006/relationships/slideLayout" Target="/ppt/slideLayouts/slideLayout7.xml" Id="R819470f85e344aaf" /><Relationship Type="http://schemas.openxmlformats.org/officeDocument/2006/relationships/slideLayout" Target="/ppt/slideLayouts/slideLayout8.xml" Id="R68be47ed4fe14565" /><Relationship Type="http://schemas.openxmlformats.org/officeDocument/2006/relationships/slideLayout" Target="/ppt/slideLayouts/slideLayout9.xml" Id="Rc8268bce9b7042eb" /><Relationship Type="http://schemas.openxmlformats.org/officeDocument/2006/relationships/slideLayout" Target="/ppt/slideLayouts/slideLayout10.xml" Id="R6271fa32ae4c4704" /><Relationship Type="http://schemas.openxmlformats.org/officeDocument/2006/relationships/slideLayout" Target="/ppt/slideLayouts/slideLayout11.xml" Id="R2e0767ef9c4549df" /><Relationship Type="http://schemas.openxmlformats.org/officeDocument/2006/relationships/slideLayout" Target="/ppt/slideLayouts/slideLayout12.xml" Id="Rfb3b915546174a07" /><Relationship Type="http://schemas.openxmlformats.org/officeDocument/2006/relationships/slideLayout" Target="/ppt/slideLayouts/slideLayout13.xml" Id="Rf8b1b669ed2d4a8b" /><Relationship Type="http://schemas.openxmlformats.org/officeDocument/2006/relationships/slideLayout" Target="/ppt/slideLayouts/slideLayout14.xml" Id="Racd175d8cffd43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72F746D-B312-44AD-B81A-EDEF6C57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2954"/>
            <a:ext cx="12192000" cy="87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DBB024DB-CF2F-4006-857D-98226291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06" y="842593"/>
            <a:ext cx="11360894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0C387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矩形 48">
            <a:extLst xmlns:a="http://schemas.openxmlformats.org/drawingml/2006/main">
              <a:ext uri="{FF2B5EF4-FFF2-40B4-BE49-F238E27FC236}">
                <a16:creationId xmlns:a16="http://schemas.microsoft.com/office/drawing/2014/main" id="{FF0612D9-D8F6-4EFA-8A0B-BF6F8BBB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7086"/>
            <a:ext cx="637005" cy="615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C3877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矩形 49">
            <a:extLst xmlns:a="http://schemas.openxmlformats.org/drawingml/2006/main">
              <a:ext uri="{FF2B5EF4-FFF2-40B4-BE49-F238E27FC236}">
                <a16:creationId xmlns:a16="http://schemas.microsoft.com/office/drawing/2014/main" id="{794367F4-C6A3-4B53-875D-4B86F91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268" y="329335"/>
            <a:ext cx="530838" cy="513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87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5f8fdce6f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8968" y="50016"/>
            <a:ext cx="2924267" cy="741488"/>
          </a:xfrm>
          <a:prstGeom xmlns:a="http://schemas.openxmlformats.org/drawingml/2006/main" prst="rect">
            <a:avLst/>
          </a:prstGeom>
        </p:spPr>
      </p:pic>
      <p:sp>
        <p:nvSpPr>
          <p:cNvPr id="6" name="Title Placeholder 5">
            <a:extLst xmlns:a="http://schemas.openxmlformats.org/drawingml/2006/main">
              <a:ext uri="{FF2B5EF4-FFF2-40B4-BE49-F238E27FC236}">
                <a16:creationId xmlns:a16="http://schemas.microsoft.com/office/drawing/2014/main" id="{06FA66D3-6156-4531-AE60-89D4D0BAF2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5561"/>
            <a:ext cx="8267700" cy="741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请输入本页主题</a:t>
            </a:r>
            <a:endParaRPr/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6089A25D-33B4-4815-8C56-DA070D7C7C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299" y="934072"/>
            <a:ext cx="12008935" cy="55137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DC595109-7B5C-4913-939D-F9AC18156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14299" y="6542993"/>
            <a:ext cx="12801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fld id="{C6D61D35-667D-4D0F-A65E-68C22ECA5235}" type="datetime1">
              <a:t>9/27/2026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FFF77009-3CC5-46CC-B365-06326150D9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73200" y="6542993"/>
            <a:ext cx="1004252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23FDF843-5FAA-4FDC-BE76-EFD370D51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89834" y="6542993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fld id="{8D48AAE3-8C0E-48A8-B421-1F15F8D1933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099c03a3141fb"/>
    <p:sldLayoutId xmlns:r="http://schemas.openxmlformats.org/officeDocument/2006/relationships" id="2147483650" r:id="R247a8542df954be6"/>
    <p:sldLayoutId xmlns:r="http://schemas.openxmlformats.org/officeDocument/2006/relationships" id="2147483651" r:id="R1e1f9f0a892b4642"/>
    <p:sldLayoutId xmlns:r="http://schemas.openxmlformats.org/officeDocument/2006/relationships" id="2147483652" r:id="Rb6fce3e729c24915"/>
    <p:sldLayoutId xmlns:r="http://schemas.openxmlformats.org/officeDocument/2006/relationships" id="2147483653" r:id="R4135037c0be94fdf"/>
    <p:sldLayoutId xmlns:r="http://schemas.openxmlformats.org/officeDocument/2006/relationships" id="2147483654" r:id="R27e523b54c7347db"/>
    <p:sldLayoutId xmlns:r="http://schemas.openxmlformats.org/officeDocument/2006/relationships" id="2147483655" r:id="R819470f85e344aaf"/>
    <p:sldLayoutId xmlns:r="http://schemas.openxmlformats.org/officeDocument/2006/relationships" id="2147483656" r:id="R68be47ed4fe14565"/>
    <p:sldLayoutId xmlns:r="http://schemas.openxmlformats.org/officeDocument/2006/relationships" id="2147483657" r:id="Rc8268bce9b7042eb"/>
    <p:sldLayoutId xmlns:r="http://schemas.openxmlformats.org/officeDocument/2006/relationships" id="2147483658" r:id="R6271fa32ae4c4704"/>
    <p:sldLayoutId xmlns:r="http://schemas.openxmlformats.org/officeDocument/2006/relationships" id="2147483659" r:id="R2e0767ef9c4549df"/>
    <p:sldLayoutId xmlns:r="http://schemas.openxmlformats.org/officeDocument/2006/relationships" id="2147483660" r:id="Rfb3b915546174a07"/>
    <p:sldLayoutId xmlns:r="http://schemas.openxmlformats.org/officeDocument/2006/relationships" id="2147483661" r:id="Rf8b1b669ed2d4a8b"/>
    <p:sldLayoutId xmlns:r="http://schemas.openxmlformats.org/officeDocument/2006/relationships" id="2147483662" r:id="Racd175d8cffd4331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C212F"/>
      </a:accent1>
      <a:accent2>
        <a:srgbClr val="F2F2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+kai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5b8af18ab4664" /><Relationship Type="http://schemas.openxmlformats.org/officeDocument/2006/relationships/notesSlide" Target="/ppt/notesSlides/notesSlide1.xml" Id="R24cd80638839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7d06c933464dc7" /><Relationship Type="http://schemas.openxmlformats.org/officeDocument/2006/relationships/notesSlide" Target="/ppt/notesSlides/notesSlide2.xml" Id="R18e9691b770f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939bdeb85ff4837" /><Relationship Type="http://schemas.openxmlformats.org/officeDocument/2006/relationships/notesSlide" Target="/ppt/notesSlides/notesSlide3.xml" Id="Rf25b60b3bd7149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2C965803-6505-426E-A636-C455FCA8C6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19912" y="2082300"/>
            <a:ext cx="8934861" cy="1164424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sz="4800"/>
              <a:t>基于动态参数不确定性的列车节能运行控制策略研究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CB1A8A9-DA3F-445F-BF74-61043F07E45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徐让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CBF381A-8759-41EC-AA9B-3DA0D9F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390" y="4200525"/>
            <a:ext cx="108648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t>卢少锋</a:t>
            </a:r>
          </a:p>
        </p:txBody>
      </p:sp>
    </p:spTree>
    <p:extLst>
      <p:ext uri="{BB962C8B-B14F-4D97-AF65-F5344CB8AC3E}">
        <p14:creationId xmlns:p14="http://schemas.microsoft.com/office/powerpoint/2010/main" val="6219371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655CD8F-07B2-462A-AC2E-C0206D9B4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13690"/>
            <a:ext cx="8166100" cy="488315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 sz="3110"/>
              <a:t>部分工作进展</a:t>
            </a:r>
            <a:endParaRPr sz="3110"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C63009-231F-40A6-A21F-744F3CDAC65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05024C-FC83-4A0B-92DC-245D35BA0A2F}" type="datetime1">
              <a:t>9/27/2026</a:t>
            </a:fld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37A44EF-CBD2-41F3-89A2-A7686F5F5298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2</a:t>
            </a:fld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62BC69C8-01F3-4312-BE20-A95C21AC652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08455EC-3FFB-4340-B14F-1D5F1D34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70" y="291465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undation-data">
            <a:extLst xmlns:a="http://schemas.openxmlformats.org/drawingml/2006/main">
              <a:ext uri="{FF2B5EF4-FFF2-40B4-BE49-F238E27FC236}">
                <a16:creationId xmlns:a16="http://schemas.microsoft.com/office/drawing/2014/main" id="{5B73FB7B-7F40-48FF-9EB8-C9ABE4B1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257300"/>
            <a:ext cx="1381125" cy="495300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9" name="foundation-data-header">
            <a:extLst xmlns:a="http://schemas.openxmlformats.org/drawingml/2006/main">
              <a:ext uri="{FF2B5EF4-FFF2-40B4-BE49-F238E27FC236}">
                <a16:creationId xmlns:a16="http://schemas.microsoft.com/office/drawing/2014/main" id="{083220EF-10D0-4BE9-897A-75784FAA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76350"/>
            <a:ext cx="1343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DB18F-E871-4F78-A0A5-28FD79C2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295400"/>
            <a:ext cx="1247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基础数据</a:t>
            </a:r>
          </a:p>
        </p:txBody>
      </p:sp>
      <p:sp>
        <p:nvSpPr>
          <p:cNvPr id="11" name="foundation-data-body">
            <a:extLst xmlns:a="http://schemas.openxmlformats.org/drawingml/2006/main">
              <a:ext uri="{FF2B5EF4-FFF2-40B4-BE49-F238E27FC236}">
                <a16:creationId xmlns:a16="http://schemas.microsoft.com/office/drawing/2014/main" id="{56180BCA-8852-42CD-BD3D-557C4E2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809750"/>
            <a:ext cx="11715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既有时刻表与运行数据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线路坡度、曲线、限速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列车质量与牵引/制动特性</a:t>
            </a:r>
          </a:p>
        </p:txBody>
      </p:sp>
      <p:sp>
        <p:nvSpPr>
          <p:cNvPr id="12" name="identified-resistance">
            <a:extLst xmlns:a="http://schemas.openxmlformats.org/drawingml/2006/main">
              <a:ext uri="{FF2B5EF4-FFF2-40B4-BE49-F238E27FC236}">
                <a16:creationId xmlns:a16="http://schemas.microsoft.com/office/drawing/2014/main" id="{211E9439-178B-4A7F-8001-FC8C8D9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048250"/>
            <a:ext cx="1171575" cy="8953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4288">
            <a:solidFill>
              <a:srgbClr val="F47B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3EF12-3FAE-4286-9713-294F9EE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105400"/>
            <a:ext cx="105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阻力参数识别结果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FEE69-7840-4843-87FA-C7077E7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7687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Davis A、B、C</a:t>
            </a:r>
          </a:p>
        </p:txBody>
      </p:sp>
      <p:sp>
        <p:nvSpPr>
          <p:cNvPr id="15" name="upper-MAPPO">
            <a:extLst xmlns:a="http://schemas.openxmlformats.org/drawingml/2006/main">
              <a:ext uri="{FF2B5EF4-FFF2-40B4-BE49-F238E27FC236}">
                <a16:creationId xmlns:a16="http://schemas.microsoft.com/office/drawing/2014/main" id="{8DE666EF-7718-42D9-BD5E-2491A4B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33450"/>
            <a:ext cx="8810625" cy="16192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23813">
            <a:solidFill>
              <a:srgbClr val="1368AA"/>
            </a:solidFill>
            <a:prstDash val="solid"/>
          </a:ln>
        </p:spPr>
      </p:sp>
      <p:sp>
        <p:nvSpPr>
          <p:cNvPr id="16" name="upper-MAPPO-header">
            <a:extLst xmlns:a="http://schemas.openxmlformats.org/drawingml/2006/main">
              <a:ext uri="{FF2B5EF4-FFF2-40B4-BE49-F238E27FC236}">
                <a16:creationId xmlns:a16="http://schemas.microsoft.com/office/drawing/2014/main" id="{1BF52985-5CAB-4AB8-9129-498481CD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962025"/>
            <a:ext cx="8753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122B8-FECD-48EA-99FF-79D3CD1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810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上层：多列车时刻表规划（MAPPO）</a:t>
            </a:r>
          </a:p>
        </p:txBody>
      </p:sp>
      <p:sp>
        <p:nvSpPr>
          <p:cNvPr id="18" name="上层观测状态">
            <a:extLst xmlns:a="http://schemas.openxmlformats.org/drawingml/2006/main">
              <a:ext uri="{FF2B5EF4-FFF2-40B4-BE49-F238E27FC236}">
                <a16:creationId xmlns:a16="http://schemas.microsoft.com/office/drawing/2014/main" id="{62F961D4-8670-4D86-B338-2FA1F23F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04950"/>
            <a:ext cx="27813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19" name="上层观测状态-header">
            <a:extLst xmlns:a="http://schemas.openxmlformats.org/drawingml/2006/main">
              <a:ext uri="{FF2B5EF4-FFF2-40B4-BE49-F238E27FC236}">
                <a16:creationId xmlns:a16="http://schemas.microsoft.com/office/drawing/2014/main" id="{16BB80F8-C89E-4E8F-AB53-CAEA85D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1519238"/>
            <a:ext cx="2752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上层观测状态-title">
            <a:extLst xmlns:a="http://schemas.openxmlformats.org/drawingml/2006/main">
              <a:ext uri="{FF2B5EF4-FFF2-40B4-BE49-F238E27FC236}">
                <a16:creationId xmlns:a16="http://schemas.microsoft.com/office/drawing/2014/main" id="{670FFEF1-6CD6-44A8-B6A9-1CFFB760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524000"/>
            <a:ext cx="268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上层观测状态</a:t>
            </a:r>
          </a:p>
        </p:txBody>
      </p:sp>
      <p:sp>
        <p:nvSpPr>
          <p:cNvPr id="21" name="上层观测状态-body">
            <a:extLst xmlns:a="http://schemas.openxmlformats.org/drawingml/2006/main">
              <a:ext uri="{FF2B5EF4-FFF2-40B4-BE49-F238E27FC236}">
                <a16:creationId xmlns:a16="http://schemas.microsoft.com/office/drawing/2014/main" id="{EA7EE511-EA60-4BB7-8AF8-D9021F9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2880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当前到发时刻、前后车间隔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供电分区与能量状态、上一站间运行反馈</a:t>
            </a:r>
          </a:p>
        </p:txBody>
      </p:sp>
      <p:sp>
        <p:nvSpPr>
          <p:cNvPr id="22" name="MAPPO决策模型">
            <a:extLst xmlns:a="http://schemas.openxmlformats.org/drawingml/2006/main">
              <a:ext uri="{FF2B5EF4-FFF2-40B4-BE49-F238E27FC236}">
                <a16:creationId xmlns:a16="http://schemas.microsoft.com/office/drawing/2014/main" id="{DA70579B-AD08-4AD7-8FAB-783DEAC0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04950"/>
            <a:ext cx="233362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23" name="MAPPO决策模型-header">
            <a:extLst xmlns:a="http://schemas.openxmlformats.org/drawingml/2006/main">
              <a:ext uri="{FF2B5EF4-FFF2-40B4-BE49-F238E27FC236}">
                <a16:creationId xmlns:a16="http://schemas.microsoft.com/office/drawing/2014/main" id="{5A045DFD-B301-4FB4-91D6-0F24A6A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1519238"/>
            <a:ext cx="2305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PPO决策模型-title">
            <a:extLst xmlns:a="http://schemas.openxmlformats.org/drawingml/2006/main">
              <a:ext uri="{FF2B5EF4-FFF2-40B4-BE49-F238E27FC236}">
                <a16:creationId xmlns:a16="http://schemas.microsoft.com/office/drawing/2014/main" id="{C3CFD2FD-4EFA-4629-9E44-6D511FA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223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MAPPO决策模型</a:t>
            </a:r>
          </a:p>
        </p:txBody>
      </p:sp>
      <p:sp>
        <p:nvSpPr>
          <p:cNvPr id="25" name="MAPPO决策模型-body">
            <a:extLst xmlns:a="http://schemas.openxmlformats.org/drawingml/2006/main">
              <a:ext uri="{FF2B5EF4-FFF2-40B4-BE49-F238E27FC236}">
                <a16:creationId xmlns:a16="http://schemas.microsoft.com/office/drawing/2014/main" id="{C630B6E5-3DB8-46E8-800F-42F2D1D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28800"/>
            <a:ext cx="2200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分散 Actor    集中 Critic</a:t>
            </a:r>
          </a:p>
        </p:txBody>
      </p:sp>
      <p:sp>
        <p:nvSpPr>
          <p:cNvPr id="26" name="时刻表调整动作">
            <a:extLst xmlns:a="http://schemas.openxmlformats.org/drawingml/2006/main">
              <a:ext uri="{FF2B5EF4-FFF2-40B4-BE49-F238E27FC236}">
                <a16:creationId xmlns:a16="http://schemas.microsoft.com/office/drawing/2014/main" id="{22C88A05-4D6C-4FDE-9E2B-61BF4665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27813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27" name="时刻表调整动作-header">
            <a:extLst xmlns:a="http://schemas.openxmlformats.org/drawingml/2006/main">
              <a:ext uri="{FF2B5EF4-FFF2-40B4-BE49-F238E27FC236}">
                <a16:creationId xmlns:a16="http://schemas.microsoft.com/office/drawing/2014/main" id="{CE55E0C1-D821-4980-A080-EC8B7AA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1519238"/>
            <a:ext cx="2752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时刻表调整动作-title">
            <a:extLst xmlns:a="http://schemas.openxmlformats.org/drawingml/2006/main">
              <a:ext uri="{FF2B5EF4-FFF2-40B4-BE49-F238E27FC236}">
                <a16:creationId xmlns:a16="http://schemas.microsoft.com/office/drawing/2014/main" id="{0699E876-7884-457E-9D24-55876E3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268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时刻表调整动作</a:t>
            </a:r>
          </a:p>
        </p:txBody>
      </p:sp>
      <p:sp>
        <p:nvSpPr>
          <p:cNvPr id="29" name="时刻表调整动作-body">
            <a:extLst xmlns:a="http://schemas.openxmlformats.org/drawingml/2006/main">
              <a:ext uri="{FF2B5EF4-FFF2-40B4-BE49-F238E27FC236}">
                <a16:creationId xmlns:a16="http://schemas.microsoft.com/office/drawing/2014/main" id="{ED8BAD8A-C7E7-4BA4-96C7-BB15B304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停站时间调整</a:t>
            </a:r>
          </a:p>
          <a:p xmlns:a="http://schemas.openxmlformats.org/drawingml/2006/main">
            <a:pPr algn="ctr">
              <a:def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形成新的发车时刻</a:t>
            </a:r>
          </a:p>
        </p:txBody>
      </p:sp>
      <p:sp>
        <p:nvSpPr>
          <p:cNvPr id="30" name="upper-to-lower-message">
            <a:extLst xmlns:a="http://schemas.openxmlformats.org/drawingml/2006/main">
              <a:ext uri="{FF2B5EF4-FFF2-40B4-BE49-F238E27FC236}">
                <a16:creationId xmlns:a16="http://schemas.microsoft.com/office/drawing/2014/main" id="{BB9CB8C0-7CEE-4B9A-A7D4-2A0C6E18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28575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D05FA-7DB1-493A-A349-EA7E945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下发：目标站间运行时间、停站时间与发车约束</a:t>
            </a:r>
          </a:p>
        </p:txBody>
      </p:sp>
      <p:sp>
        <p:nvSpPr>
          <p:cNvPr id="32" name="lower-to-upper-message">
            <a:extLst xmlns:a="http://schemas.openxmlformats.org/drawingml/2006/main">
              <a:ext uri="{FF2B5EF4-FFF2-40B4-BE49-F238E27FC236}">
                <a16:creationId xmlns:a16="http://schemas.microsoft.com/office/drawing/2014/main" id="{1E430C5C-211E-471D-9184-E6F9A572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30480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4288">
            <a:solidFill>
              <a:srgbClr val="F47B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669B7-88DB-4469-8DDF-E6EB395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反馈：实际运行时间、牵引/再生能量、可行性与安全指标</a:t>
            </a:r>
          </a:p>
        </p:txBody>
      </p:sp>
      <p:sp>
        <p:nvSpPr>
          <p:cNvPr id="34" name="lower-SAC">
            <a:extLst xmlns:a="http://schemas.openxmlformats.org/drawingml/2006/main">
              <a:ext uri="{FF2B5EF4-FFF2-40B4-BE49-F238E27FC236}">
                <a16:creationId xmlns:a16="http://schemas.microsoft.com/office/drawing/2014/main" id="{1D0D5197-8A7A-48BE-B760-F42B09F0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0"/>
            <a:ext cx="8810625" cy="2952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5FFFC"/>
          </a:solidFill>
          <a:ln xmlns:a="http://schemas.openxmlformats.org/drawingml/2006/main" w="23813">
            <a:solidFill>
              <a:srgbClr val="07867F"/>
            </a:solidFill>
            <a:prstDash val="solid"/>
          </a:ln>
        </p:spPr>
      </p:sp>
      <p:sp>
        <p:nvSpPr>
          <p:cNvPr id="35" name="lower-SAC-header">
            <a:extLst xmlns:a="http://schemas.openxmlformats.org/drawingml/2006/main">
              <a:ext uri="{FF2B5EF4-FFF2-40B4-BE49-F238E27FC236}">
                <a16:creationId xmlns:a16="http://schemas.microsoft.com/office/drawing/2014/main" id="{B2557D3C-A3A4-4E6C-8EFA-2FAA950E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57575"/>
            <a:ext cx="87534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3B0019-AD48-4870-8467-0B39384A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7662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下层：共享 SAC 站间驾驶控制</a:t>
            </a:r>
          </a:p>
        </p:txBody>
      </p:sp>
      <p:sp>
        <p:nvSpPr>
          <p:cNvPr id="37" name="线路与列车环境">
            <a:extLst xmlns:a="http://schemas.openxmlformats.org/drawingml/2006/main">
              <a:ext uri="{FF2B5EF4-FFF2-40B4-BE49-F238E27FC236}">
                <a16:creationId xmlns:a16="http://schemas.microsoft.com/office/drawing/2014/main" id="{B3C059B2-D4F0-4A59-9B93-FCB32627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38600"/>
            <a:ext cx="15430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5FFFC"/>
          </a:solidFill>
          <a:ln xmlns:a="http://schemas.openxmlformats.org/drawingml/2006/main" w="14288">
            <a:solidFill>
              <a:srgbClr val="07867F"/>
            </a:solidFill>
            <a:prstDash val="solid"/>
          </a:ln>
        </p:spPr>
      </p:sp>
      <p:sp>
        <p:nvSpPr>
          <p:cNvPr id="38" name="线路与列车环境-header">
            <a:extLst xmlns:a="http://schemas.openxmlformats.org/drawingml/2006/main">
              <a:ext uri="{FF2B5EF4-FFF2-40B4-BE49-F238E27FC236}">
                <a16:creationId xmlns:a16="http://schemas.microsoft.com/office/drawing/2014/main" id="{A18A5B47-1F20-4DB7-BBFB-83FCE25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4052888"/>
            <a:ext cx="1514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线路与列车环境-title">
            <a:extLst xmlns:a="http://schemas.openxmlformats.org/drawingml/2006/main">
              <a:ext uri="{FF2B5EF4-FFF2-40B4-BE49-F238E27FC236}">
                <a16:creationId xmlns:a16="http://schemas.microsoft.com/office/drawing/2014/main" id="{4A1E4306-E6EA-4E8B-8AC3-365C087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线路与列车环境</a:t>
            </a:r>
          </a:p>
        </p:txBody>
      </p:sp>
      <p:sp>
        <p:nvSpPr>
          <p:cNvPr id="40" name="线路与列车环境-body">
            <a:extLst xmlns:a="http://schemas.openxmlformats.org/drawingml/2006/main">
              <a:ext uri="{FF2B5EF4-FFF2-40B4-BE49-F238E27FC236}">
                <a16:creationId xmlns:a16="http://schemas.microsoft.com/office/drawing/2014/main" id="{0924B9DA-EA2F-492A-BDA8-221E5ECA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71975"/>
            <a:ext cx="1409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坡度、曲线、限速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列车质量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牵引/制动特性</a:t>
            </a:r>
          </a:p>
        </p:txBody>
      </p:sp>
      <p:sp>
        <p:nvSpPr>
          <p:cNvPr id="41" name="状态空间">
            <a:extLst xmlns:a="http://schemas.openxmlformats.org/drawingml/2006/main">
              <a:ext uri="{FF2B5EF4-FFF2-40B4-BE49-F238E27FC236}">
                <a16:creationId xmlns:a16="http://schemas.microsoft.com/office/drawing/2014/main" id="{D97D597B-401F-4270-A8E4-847567F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1476375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5FFFC"/>
          </a:solidFill>
          <a:ln xmlns:a="http://schemas.openxmlformats.org/drawingml/2006/main" w="14288">
            <a:solidFill>
              <a:srgbClr val="07867F"/>
            </a:solidFill>
            <a:prstDash val="solid"/>
          </a:ln>
        </p:spPr>
      </p:sp>
      <p:sp>
        <p:nvSpPr>
          <p:cNvPr id="42" name="状态空间-header">
            <a:extLst xmlns:a="http://schemas.openxmlformats.org/drawingml/2006/main">
              <a:ext uri="{FF2B5EF4-FFF2-40B4-BE49-F238E27FC236}">
                <a16:creationId xmlns:a16="http://schemas.microsoft.com/office/drawing/2014/main" id="{55F7759E-170F-408F-A4DA-505A3362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4052888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状态空间-title">
            <a:extLst xmlns:a="http://schemas.openxmlformats.org/drawingml/2006/main">
              <a:ext uri="{FF2B5EF4-FFF2-40B4-BE49-F238E27FC236}">
                <a16:creationId xmlns:a16="http://schemas.microsoft.com/office/drawing/2014/main" id="{0391B457-3D44-4C5E-B89D-9B2CEFCE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57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状态空间</a:t>
            </a:r>
          </a:p>
        </p:txBody>
      </p:sp>
      <p:sp>
        <p:nvSpPr>
          <p:cNvPr id="44" name="状态空间-body">
            <a:extLst xmlns:a="http://schemas.openxmlformats.org/drawingml/2006/main">
              <a:ext uri="{FF2B5EF4-FFF2-40B4-BE49-F238E27FC236}">
                <a16:creationId xmlns:a16="http://schemas.microsoft.com/office/drawing/2014/main" id="{AB73CE78-D715-4D48-AC0E-2ED6E2F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71975"/>
            <a:ext cx="13430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速度、运行时间、位置</a:t>
            </a:r>
          </a:p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上一时刻执行控制力</a:t>
            </a:r>
          </a:p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质量、所处站间</a:t>
            </a:r>
          </a:p>
        </p:txBody>
      </p:sp>
      <p:sp>
        <p:nvSpPr>
          <p:cNvPr id="45" name="SAC驾驶策略">
            <a:extLst xmlns:a="http://schemas.openxmlformats.org/drawingml/2006/main">
              <a:ext uri="{FF2B5EF4-FFF2-40B4-BE49-F238E27FC236}">
                <a16:creationId xmlns:a16="http://schemas.microsoft.com/office/drawing/2014/main" id="{AE4D3E6C-3F3D-4A18-8AE2-E54ADE2A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571625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46" name="SAC驾驶策略-header">
            <a:extLst xmlns:a="http://schemas.openxmlformats.org/drawingml/2006/main">
              <a:ext uri="{FF2B5EF4-FFF2-40B4-BE49-F238E27FC236}">
                <a16:creationId xmlns:a16="http://schemas.microsoft.com/office/drawing/2014/main" id="{C7939764-4FD7-47D2-8524-10A0BA8A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4052888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AC驾驶策略-title">
            <a:extLst xmlns:a="http://schemas.openxmlformats.org/drawingml/2006/main">
              <a:ext uri="{FF2B5EF4-FFF2-40B4-BE49-F238E27FC236}">
                <a16:creationId xmlns:a16="http://schemas.microsoft.com/office/drawing/2014/main" id="{2ED21682-9271-4812-A954-7659CAF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576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SAC驾驶策略</a:t>
            </a:r>
          </a:p>
        </p:txBody>
      </p:sp>
      <p:sp>
        <p:nvSpPr>
          <p:cNvPr id="48" name="SAC驾驶策略-body">
            <a:extLst xmlns:a="http://schemas.openxmlformats.org/drawingml/2006/main">
              <a:ext uri="{FF2B5EF4-FFF2-40B4-BE49-F238E27FC236}">
                <a16:creationId xmlns:a16="http://schemas.microsoft.com/office/drawing/2014/main" id="{ABD07D38-C9B9-4C0E-8E07-B8A6CDC1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371975"/>
            <a:ext cx="1438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双 Critic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经验回放池</a:t>
            </a:r>
          </a:p>
        </p:txBody>
      </p:sp>
      <p:sp>
        <p:nvSpPr>
          <p:cNvPr id="49" name="连续控制动作">
            <a:extLst xmlns:a="http://schemas.openxmlformats.org/drawingml/2006/main">
              <a:ext uri="{FF2B5EF4-FFF2-40B4-BE49-F238E27FC236}">
                <a16:creationId xmlns:a16="http://schemas.microsoft.com/office/drawing/2014/main" id="{E85CB668-A3C4-45D6-8812-7FF1D0E5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1381125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5FFFC"/>
          </a:solidFill>
          <a:ln xmlns:a="http://schemas.openxmlformats.org/drawingml/2006/main" w="14288">
            <a:solidFill>
              <a:srgbClr val="07867F"/>
            </a:solidFill>
            <a:prstDash val="solid"/>
          </a:ln>
        </p:spPr>
      </p:sp>
      <p:sp>
        <p:nvSpPr>
          <p:cNvPr id="50" name="连续控制动作-header">
            <a:extLst xmlns:a="http://schemas.openxmlformats.org/drawingml/2006/main">
              <a:ext uri="{FF2B5EF4-FFF2-40B4-BE49-F238E27FC236}">
                <a16:creationId xmlns:a16="http://schemas.microsoft.com/office/drawing/2014/main" id="{8D62CE11-1623-448A-A34B-C08DC2E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38" y="4052888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连续控制动作-title">
            <a:extLst xmlns:a="http://schemas.openxmlformats.org/drawingml/2006/main">
              <a:ext uri="{FF2B5EF4-FFF2-40B4-BE49-F238E27FC236}">
                <a16:creationId xmlns:a16="http://schemas.microsoft.com/office/drawing/2014/main" id="{E08C7A2C-F6D1-4A94-A7C0-E3384AB5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5765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连续控制动作</a:t>
            </a:r>
          </a:p>
        </p:txBody>
      </p:sp>
      <p:sp>
        <p:nvSpPr>
          <p:cNvPr id="52" name="连续控制动作-body">
            <a:extLst xmlns:a="http://schemas.openxmlformats.org/drawingml/2006/main">
              <a:ext uri="{FF2B5EF4-FFF2-40B4-BE49-F238E27FC236}">
                <a16:creationId xmlns:a16="http://schemas.microsoft.com/office/drawing/2014/main" id="{3BB917BD-DDFA-4446-AA23-E9D960F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71975"/>
            <a:ext cx="1247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 / 惰行 /</a:t>
            </a:r>
          </a:p>
          <a:p xmlns:a="http://schemas.openxmlformats.org/drawingml/2006/main">
            <a:pPr algn="ctr">
              <a:def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制动力比例</a:t>
            </a:r>
          </a:p>
        </p:txBody>
      </p:sp>
      <p:sp>
        <p:nvSpPr>
          <p:cNvPr id="53" name="安全执行层">
            <a:extLst xmlns:a="http://schemas.openxmlformats.org/drawingml/2006/main">
              <a:ext uri="{FF2B5EF4-FFF2-40B4-BE49-F238E27FC236}">
                <a16:creationId xmlns:a16="http://schemas.microsoft.com/office/drawing/2014/main" id="{ABD8BFAA-4A6A-46A7-A54E-5E09DA6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19240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5FFFC"/>
          </a:solidFill>
          <a:ln xmlns:a="http://schemas.openxmlformats.org/drawingml/2006/main" w="14288">
            <a:solidFill>
              <a:srgbClr val="07867F"/>
            </a:solidFill>
            <a:prstDash val="solid"/>
          </a:ln>
        </p:spPr>
      </p:sp>
      <p:sp>
        <p:nvSpPr>
          <p:cNvPr id="54" name="安全执行层-header">
            <a:extLst xmlns:a="http://schemas.openxmlformats.org/drawingml/2006/main">
              <a:ext uri="{FF2B5EF4-FFF2-40B4-BE49-F238E27FC236}">
                <a16:creationId xmlns:a16="http://schemas.microsoft.com/office/drawing/2014/main" id="{FB0AE199-5251-42D7-831E-DCF06AB0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338" y="4052888"/>
            <a:ext cx="1895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安全执行层-title">
            <a:extLst xmlns:a="http://schemas.openxmlformats.org/drawingml/2006/main">
              <a:ext uri="{FF2B5EF4-FFF2-40B4-BE49-F238E27FC236}">
                <a16:creationId xmlns:a16="http://schemas.microsoft.com/office/drawing/2014/main" id="{D8C93BFD-56B0-4639-BDE2-81CD9D19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576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安全执行层</a:t>
            </a:r>
          </a:p>
        </p:txBody>
      </p:sp>
      <p:sp>
        <p:nvSpPr>
          <p:cNvPr id="56" name="安全执行层-body">
            <a:extLst xmlns:a="http://schemas.openxmlformats.org/drawingml/2006/main">
              <a:ext uri="{FF2B5EF4-FFF2-40B4-BE49-F238E27FC236}">
                <a16:creationId xmlns:a16="http://schemas.microsoft.com/office/drawing/2014/main" id="{348BF3DC-6154-4203-9367-9C11EDC3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71975"/>
            <a:ext cx="1790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牵引/制动力、功率</a:t>
            </a:r>
          </a:p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加速度与限速约束</a:t>
            </a:r>
          </a:p>
          <a:p xmlns:a="http://schemas.openxmlformats.org/drawingml/2006/main">
            <a:pPr algn="ctr">
              <a:def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终点停车保护</a:t>
            </a:r>
          </a:p>
        </p:txBody>
      </p:sp>
      <p:sp>
        <p:nvSpPr>
          <p:cNvPr id="57" name="train-dynamics">
            <a:extLst xmlns:a="http://schemas.openxmlformats.org/drawingml/2006/main">
              <a:ext uri="{FF2B5EF4-FFF2-40B4-BE49-F238E27FC236}">
                <a16:creationId xmlns:a16="http://schemas.microsoft.com/office/drawing/2014/main" id="{63677A34-211F-42DB-A218-4F3D0A9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76875"/>
            <a:ext cx="5000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FFC"/>
          </a:solidFill>
          <a:ln xmlns:a="http://schemas.openxmlformats.org/drawingml/2006/main" w="14288">
            <a:solidFill>
              <a:srgbClr val="07867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0FDF87-22FD-46E9-917A-19D35F25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14975"/>
            <a:ext cx="477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列车纵向动力学模型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9A2DCB-1C17-4691-AA76-B179BC7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72150"/>
            <a:ext cx="4772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牵引/制动力、Davis阻力、坡度阻力、曲线阻力</a:t>
            </a:r>
          </a:p>
        </p:txBody>
      </p:sp>
      <p:sp>
        <p:nvSpPr>
          <p:cNvPr id="60" name="优化结果">
            <a:extLst xmlns:a="http://schemas.openxmlformats.org/drawingml/2006/main">
              <a:ext uri="{FF2B5EF4-FFF2-40B4-BE49-F238E27FC236}">
                <a16:creationId xmlns:a16="http://schemas.microsoft.com/office/drawing/2014/main" id="{E396485E-D5D0-4145-9165-5CC84BB2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524000"/>
            <a:ext cx="1381125" cy="2476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368AA"/>
            </a:solidFill>
            <a:prstDash val="solid"/>
          </a:ln>
        </p:spPr>
      </p:sp>
      <p:sp>
        <p:nvSpPr>
          <p:cNvPr id="61" name="优化结果-header">
            <a:extLst xmlns:a="http://schemas.openxmlformats.org/drawingml/2006/main">
              <a:ext uri="{FF2B5EF4-FFF2-40B4-BE49-F238E27FC236}">
                <a16:creationId xmlns:a16="http://schemas.microsoft.com/office/drawing/2014/main" id="{DE305042-BE55-4AE8-A775-084069B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1538288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优化结果-title">
            <a:extLst xmlns:a="http://schemas.openxmlformats.org/drawingml/2006/main">
              <a:ext uri="{FF2B5EF4-FFF2-40B4-BE49-F238E27FC236}">
                <a16:creationId xmlns:a16="http://schemas.microsoft.com/office/drawing/2014/main" id="{C9F53221-981B-4088-9302-09E8F487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54305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优化结果</a:t>
            </a:r>
          </a:p>
        </p:txBody>
      </p:sp>
      <p:sp>
        <p:nvSpPr>
          <p:cNvPr id="63" name="优化结果-body">
            <a:extLst xmlns:a="http://schemas.openxmlformats.org/drawingml/2006/main">
              <a:ext uri="{FF2B5EF4-FFF2-40B4-BE49-F238E27FC236}">
                <a16:creationId xmlns:a16="http://schemas.microsoft.com/office/drawing/2014/main" id="{005C2264-74CE-46D6-BCB0-38F73790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52625"/>
            <a:ext cx="1247775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优化时刻表</a:t>
            </a:r>
          </a:p>
          <a:p xmlns:a="http://schemas.openxmlformats.org/drawingml/2006/main">
            <a:pPr algn="ctr">
              <a:def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（发车时间）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牵引能耗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A53"/>
                </a:solidFill>
                <a:latin typeface="Microsoft YaHei"/>
                <a:ea typeface="Microsoft YaHei"/>
                <a:cs typeface="Microsoft YaHei"/>
              </a:rPr>
              <a:t>再生制动利用率</a:t>
            </a:r>
          </a:p>
        </p:txBody>
      </p:sp>
    </p:spTree>
    <p:extLst>
      <p:ext uri="{BB962C8B-B14F-4D97-AF65-F5344CB8AC3E}">
        <p14:creationId xmlns:p14="http://schemas.microsoft.com/office/powerpoint/2010/main" val="1495065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36ED8F0-EB6A-45C2-9679-1822CDCFF72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徐让</a:t>
            </a:r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38783A2-BAD8-41E7-A539-AFBB4D294DA7}"/>
              </a:ext>
            </a:extLst>
          </p:cNvPr>
          <p:cNvSpPr>
            <a:spLocks xmlns:a="http://schemas.openxmlformats.org/drawingml/2006/main" noGrp="1"/>
          </p:cNvSpPr>
          <p:nvPr>
            <p:ph type="dt" idx="4294967295"/>
          </p:nvPr>
        </p:nvSpPr>
        <p:spPr>
          <a:xfrm xmlns:a="http://schemas.openxmlformats.org/drawingml/2006/main">
            <a:off x="0" y="6543040"/>
            <a:ext cx="1280160" cy="228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6D61D35-667D-4D0F-A65E-68C22ECA5235}" type="datetime1">
              <a:t>9/27/2026</a:t>
            </a:fld>
            <a:endParaRPr/>
          </a:p>
        </p:txBody>
      </p:sp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A4F01802-6305-4491-9718-559EC92E025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58600" y="6543040"/>
            <a:ext cx="533400" cy="228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48AAE3-8C0E-48A8-B421-1F15F8D1933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838044"/>
      </p:ext>
    </p:extLst>
  </p:cSld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C212F"/>
      </a:accent1>
      <a:accent2>
        <a:srgbClr val="F2F2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+kai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Custom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2026-09-27T09:40:54.2410000Z</dcterms:created>
  <dcterms:modified xsi:type="dcterms:W3CDTF">2026-09-27T09:40:54.2410000Z</dcterms:modified>
</coreProperties>
</file>